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8C2"/>
    <a:srgbClr val="B0C1BE"/>
    <a:srgbClr val="4FB1E5"/>
    <a:srgbClr val="E4EFDA"/>
    <a:srgbClr val="F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9A2B1-BAB6-4D1E-CCC4-E92A66FFF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D57EE5-9032-8319-10C1-7F4B648B6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28A71-7264-F0C7-469C-34157CB4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16E06-9CD1-FB4F-F895-A2711760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1F7DB-8B6E-6DA6-B06C-5DA9EA58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8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81EB0-9522-9ACB-8EDF-2BD3F902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3C5661-7CA2-83DA-707C-C88DF35A3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E18BA-C6BA-6379-283F-27FC9F8B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A9414-4DDE-E35D-FD82-358733B9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C909D1-09F1-D56D-BE57-DEC49875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37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BD8A3-8BE1-FB9F-3A95-8DC35643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EA4492-08D2-8CD0-95CC-C50254D0C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446E9-6D78-CCE8-8504-E8BE408B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1AB17-801E-300F-C100-ECCADA61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7B8D3-A061-089F-BC36-58F03296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2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219CB-5D10-1497-F240-53ABCD17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95CF2-5010-6B49-D369-24D01D73D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F7166-1827-95B4-8A40-8F94A22C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1DB4AF-B6FC-329B-EC1E-2EA7C584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B67F49-5D9C-9558-049A-79F02302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16AD94-20AE-CF8B-FA51-83F779A7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6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5E799-4CF7-B40D-72EB-5D714A6C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2EFD13-9E64-FC16-67DD-A05E99775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F35B2B-15B7-2340-014E-BCCABDEAD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135EF4-1527-8C46-CAC7-274DA64A7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73BF1A-06E4-AB8C-717D-641670929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81BB47-CAD9-FB7F-4849-47710B96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2F7BE5-E7A3-77CB-FC43-4F5D8C73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DC7F97-A157-9238-FC3F-DA122DB36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89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D1B2B-C80B-09BE-DA80-E9FA02D2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18D4C8-6AD2-D606-9FC7-F9E3AD53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7F12E2-F374-ECBE-E9EA-F5D4E226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E68D3B-B1CF-C217-E263-BBCB3A70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87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44CBFB-AFCE-BF6F-4855-E2414101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79D61D-4D52-33FE-03D1-9E889421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02658E-07D9-3491-18D2-B994170C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39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00F36-A7A6-79B6-0425-DA65E885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F5F148-67BA-ED8A-4783-F7751C76E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DDA3C5-A4B1-2728-25A1-989B21E75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0F6D18-72B4-4E28-6C61-D84918104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679FF-94F1-1FCC-F4C5-F01A0679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12B00B-8176-C77C-A3E1-DD4184B3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35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EA448-E67E-C083-69E9-C13C1F6B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05134E-D3E5-37B9-2E06-AACD1E315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EABA6A-1961-ABF7-D84B-9F663E73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2E344-8C72-6B2D-9417-E7B50CA2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703C2E-59AE-CE89-24AD-22CFE1BD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703A8-67C8-A281-FF8F-57A5DE5B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84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3E10A2-0163-A719-9C7A-F2A74D3ED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CE8AE1-EF9E-1EE8-DF39-39C0BE5FF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AB032-009B-85CF-5951-64DC9694B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23EDC-0BB1-59C6-619A-4A122398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34DDF-201B-675E-0362-0F5AED21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7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95D99F-0F15-822F-596E-A947F39B0B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C7B63C-5F7B-2136-E64B-8DFE4D310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7BBCD8-EC9B-0580-D8E9-25CA565C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23B601-DA0D-07CD-A825-F71AA930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0FAC00-C69F-CB43-4010-DFA71AB7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13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34B3D27-4792-D7BB-7E71-46299C6C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BFF34-50A2-2E6E-2FA8-5D3BC56DF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BB392-3928-D06F-402C-67067FF02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65C38-C20B-450E-8A34-5DDCB11AC561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2E983-34DA-8499-0F2C-51A77CCBD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D1AC4-EA8B-AFCE-3FE0-6BBE23409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40170-11C5-4174-AEE1-671EC04762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14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C88FBAB-C87E-93C7-66BF-701DE9900E4C}"/>
              </a:ext>
            </a:extLst>
          </p:cNvPr>
          <p:cNvGrpSpPr>
            <a:grpSpLocks noChangeAspect="1"/>
          </p:cNvGrpSpPr>
          <p:nvPr/>
        </p:nvGrpSpPr>
        <p:grpSpPr>
          <a:xfrm>
            <a:off x="5368250" y="3649598"/>
            <a:ext cx="1135162" cy="978916"/>
            <a:chOff x="3940812" y="1782622"/>
            <a:chExt cx="3158417" cy="272369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6C000C1-49C2-298A-4949-47DBB683A561}"/>
                </a:ext>
              </a:extLst>
            </p:cNvPr>
            <p:cNvGrpSpPr/>
            <p:nvPr/>
          </p:nvGrpSpPr>
          <p:grpSpPr>
            <a:xfrm>
              <a:off x="3940812" y="1782622"/>
              <a:ext cx="1336040" cy="1143000"/>
              <a:chOff x="3723640" y="1930400"/>
              <a:chExt cx="1336040" cy="1143000"/>
            </a:xfrm>
          </p:grpSpPr>
          <p:sp>
            <p:nvSpPr>
              <p:cNvPr id="23" name="流程图: 接点 22">
                <a:extLst>
                  <a:ext uri="{FF2B5EF4-FFF2-40B4-BE49-F238E27FC236}">
                    <a16:creationId xmlns:a16="http://schemas.microsoft.com/office/drawing/2014/main" id="{BA8817EF-FA65-AFB1-7F99-3B85563D699D}"/>
                  </a:ext>
                </a:extLst>
              </p:cNvPr>
              <p:cNvSpPr/>
              <p:nvPr/>
            </p:nvSpPr>
            <p:spPr>
              <a:xfrm>
                <a:off x="3723640" y="2616200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流程图: 接点 23">
                <a:extLst>
                  <a:ext uri="{FF2B5EF4-FFF2-40B4-BE49-F238E27FC236}">
                    <a16:creationId xmlns:a16="http://schemas.microsoft.com/office/drawing/2014/main" id="{DF25FCC8-B6A5-A601-8C97-6B987D377006}"/>
                  </a:ext>
                </a:extLst>
              </p:cNvPr>
              <p:cNvSpPr/>
              <p:nvPr/>
            </p:nvSpPr>
            <p:spPr>
              <a:xfrm rot="20871791">
                <a:off x="3952240" y="1930400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8E019138-1581-9C5A-4E2F-093BD94AF583}"/>
                  </a:ext>
                </a:extLst>
              </p:cNvPr>
              <p:cNvSpPr/>
              <p:nvPr/>
            </p:nvSpPr>
            <p:spPr>
              <a:xfrm>
                <a:off x="4602480" y="2387600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5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4ECA99B9-DD6C-8D6E-5353-7EC5AB4F24CC}"/>
                  </a:ext>
                </a:extLst>
              </p:cNvPr>
              <p:cNvCxnSpPr>
                <a:cxnSpLocks/>
                <a:stCxn id="24" idx="5"/>
                <a:endCxn id="25" idx="1"/>
              </p:cNvCxnSpPr>
              <p:nvPr/>
            </p:nvCxnSpPr>
            <p:spPr>
              <a:xfrm>
                <a:off x="4372857" y="2283047"/>
                <a:ext cx="296578" cy="17150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6019CB7E-A423-0900-4B03-9113845B1183}"/>
                  </a:ext>
                </a:extLst>
              </p:cNvPr>
              <p:cNvCxnSpPr>
                <a:stCxn id="24" idx="3"/>
                <a:endCxn id="23" idx="0"/>
              </p:cNvCxnSpPr>
              <p:nvPr/>
            </p:nvCxnSpPr>
            <p:spPr>
              <a:xfrm flipH="1">
                <a:off x="3952240" y="2351017"/>
                <a:ext cx="104553" cy="26518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60D7CF4-27E2-B013-BEAB-80FEC631B08E}"/>
                  </a:ext>
                </a:extLst>
              </p:cNvPr>
              <p:cNvCxnSpPr>
                <a:stCxn id="23" idx="6"/>
                <a:endCxn id="25" idx="3"/>
              </p:cNvCxnSpPr>
              <p:nvPr/>
            </p:nvCxnSpPr>
            <p:spPr>
              <a:xfrm flipV="1">
                <a:off x="4180840" y="2777845"/>
                <a:ext cx="488595" cy="6695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05F6134-D2C1-17DB-7D85-4892342403DF}"/>
                </a:ext>
              </a:extLst>
            </p:cNvPr>
            <p:cNvGrpSpPr/>
            <p:nvPr/>
          </p:nvGrpSpPr>
          <p:grpSpPr>
            <a:xfrm rot="599677">
              <a:off x="4851937" y="3327757"/>
              <a:ext cx="1207483" cy="1178559"/>
              <a:chOff x="5125722" y="3530601"/>
              <a:chExt cx="1207483" cy="1178559"/>
            </a:xfrm>
          </p:grpSpPr>
          <p:sp>
            <p:nvSpPr>
              <p:cNvPr id="17" name="流程图: 接点 16">
                <a:extLst>
                  <a:ext uri="{FF2B5EF4-FFF2-40B4-BE49-F238E27FC236}">
                    <a16:creationId xmlns:a16="http://schemas.microsoft.com/office/drawing/2014/main" id="{FF6F2782-CB7B-84A5-1436-479D1331ABAB}"/>
                  </a:ext>
                </a:extLst>
              </p:cNvPr>
              <p:cNvSpPr/>
              <p:nvPr/>
            </p:nvSpPr>
            <p:spPr>
              <a:xfrm>
                <a:off x="5354322" y="4251960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流程图: 接点 17">
                <a:extLst>
                  <a:ext uri="{FF2B5EF4-FFF2-40B4-BE49-F238E27FC236}">
                    <a16:creationId xmlns:a16="http://schemas.microsoft.com/office/drawing/2014/main" id="{1BE360D2-6C5B-E682-5ECD-7316D2FCB364}"/>
                  </a:ext>
                </a:extLst>
              </p:cNvPr>
              <p:cNvSpPr/>
              <p:nvPr/>
            </p:nvSpPr>
            <p:spPr>
              <a:xfrm>
                <a:off x="5125722" y="3530601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6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流程图: 接点 18">
                <a:extLst>
                  <a:ext uri="{FF2B5EF4-FFF2-40B4-BE49-F238E27FC236}">
                    <a16:creationId xmlns:a16="http://schemas.microsoft.com/office/drawing/2014/main" id="{738453E9-EFCA-4623-4ADC-557618674B43}"/>
                  </a:ext>
                </a:extLst>
              </p:cNvPr>
              <p:cNvSpPr/>
              <p:nvPr/>
            </p:nvSpPr>
            <p:spPr>
              <a:xfrm>
                <a:off x="5876005" y="3568961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4EFB90A8-6900-E023-B603-632F8BD05775}"/>
                  </a:ext>
                </a:extLst>
              </p:cNvPr>
              <p:cNvCxnSpPr>
                <a:stCxn id="18" idx="4"/>
                <a:endCxn id="17" idx="1"/>
              </p:cNvCxnSpPr>
              <p:nvPr/>
            </p:nvCxnSpPr>
            <p:spPr>
              <a:xfrm>
                <a:off x="5354322" y="3987801"/>
                <a:ext cx="66955" cy="33111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56569657-8319-6517-11FD-E3D18E9A303B}"/>
                  </a:ext>
                </a:extLst>
              </p:cNvPr>
              <p:cNvCxnSpPr>
                <a:cxnSpLocks/>
                <a:stCxn id="18" idx="6"/>
                <a:endCxn id="19" idx="2"/>
              </p:cNvCxnSpPr>
              <p:nvPr/>
            </p:nvCxnSpPr>
            <p:spPr>
              <a:xfrm>
                <a:off x="5588475" y="3734059"/>
                <a:ext cx="281977" cy="8864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486DC32-646B-DB71-3DF8-6765ED035719}"/>
                  </a:ext>
                </a:extLst>
              </p:cNvPr>
              <p:cNvCxnSpPr>
                <a:stCxn id="17" idx="7"/>
                <a:endCxn id="19" idx="3"/>
              </p:cNvCxnSpPr>
              <p:nvPr/>
            </p:nvCxnSpPr>
            <p:spPr>
              <a:xfrm flipV="1">
                <a:off x="5714857" y="3979151"/>
                <a:ext cx="257812" cy="31981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5697DBD-EA74-73F0-BBDA-010FA97D4190}"/>
                </a:ext>
              </a:extLst>
            </p:cNvPr>
            <p:cNvGrpSpPr/>
            <p:nvPr/>
          </p:nvGrpSpPr>
          <p:grpSpPr>
            <a:xfrm rot="18909870">
              <a:off x="5666671" y="1831624"/>
              <a:ext cx="1432558" cy="1193800"/>
              <a:chOff x="7325362" y="1605280"/>
              <a:chExt cx="1432558" cy="1193800"/>
            </a:xfrm>
          </p:grpSpPr>
          <p:sp>
            <p:nvSpPr>
              <p:cNvPr id="11" name="流程图: 接点 10">
                <a:extLst>
                  <a:ext uri="{FF2B5EF4-FFF2-40B4-BE49-F238E27FC236}">
                    <a16:creationId xmlns:a16="http://schemas.microsoft.com/office/drawing/2014/main" id="{0CBDA186-5180-811C-CF0C-164A49109587}"/>
                  </a:ext>
                </a:extLst>
              </p:cNvPr>
              <p:cNvSpPr/>
              <p:nvPr/>
            </p:nvSpPr>
            <p:spPr>
              <a:xfrm>
                <a:off x="7553962" y="1605280"/>
                <a:ext cx="457200" cy="457200"/>
              </a:xfrm>
              <a:prstGeom prst="flowChartConnector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流程图: 接点 11">
                <a:extLst>
                  <a:ext uri="{FF2B5EF4-FFF2-40B4-BE49-F238E27FC236}">
                    <a16:creationId xmlns:a16="http://schemas.microsoft.com/office/drawing/2014/main" id="{484649DC-4C94-4FBB-58DB-19D02647D9E7}"/>
                  </a:ext>
                </a:extLst>
              </p:cNvPr>
              <p:cNvSpPr/>
              <p:nvPr/>
            </p:nvSpPr>
            <p:spPr>
              <a:xfrm>
                <a:off x="8300720" y="2159000"/>
                <a:ext cx="457200" cy="457200"/>
              </a:xfrm>
              <a:prstGeom prst="flowChartConnector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流程图: 接点 12">
                <a:extLst>
                  <a:ext uri="{FF2B5EF4-FFF2-40B4-BE49-F238E27FC236}">
                    <a16:creationId xmlns:a16="http://schemas.microsoft.com/office/drawing/2014/main" id="{40828F07-1A9E-3236-C446-A5745AA9672F}"/>
                  </a:ext>
                </a:extLst>
              </p:cNvPr>
              <p:cNvSpPr/>
              <p:nvPr/>
            </p:nvSpPr>
            <p:spPr>
              <a:xfrm>
                <a:off x="7325362" y="2341880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4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DF18D402-A81F-9051-9C2E-D579C72A81CA}"/>
                  </a:ext>
                </a:extLst>
              </p:cNvPr>
              <p:cNvCxnSpPr>
                <a:cxnSpLocks/>
                <a:stCxn id="11" idx="3"/>
                <a:endCxn id="13" idx="0"/>
              </p:cNvCxnSpPr>
              <p:nvPr/>
            </p:nvCxnSpPr>
            <p:spPr>
              <a:xfrm rot="1761789">
                <a:off x="7531700" y="2001358"/>
                <a:ext cx="111480" cy="33468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4691E854-2277-07D6-AA34-D65195259C99}"/>
                  </a:ext>
                </a:extLst>
              </p:cNvPr>
              <p:cNvCxnSpPr>
                <a:cxnSpLocks/>
                <a:stCxn id="11" idx="6"/>
                <a:endCxn id="12" idx="1"/>
              </p:cNvCxnSpPr>
              <p:nvPr/>
            </p:nvCxnSpPr>
            <p:spPr>
              <a:xfrm>
                <a:off x="8011162" y="1833880"/>
                <a:ext cx="356513" cy="39207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FC7A6FD-99A2-1128-3609-E0A57C6BBF1A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 flipV="1">
                <a:off x="7782562" y="2387600"/>
                <a:ext cx="518158" cy="1828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C7DC8BF-0222-209E-A37D-19FDB559B4E4}"/>
                </a:ext>
              </a:extLst>
            </p:cNvPr>
            <p:cNvCxnSpPr>
              <a:cxnSpLocks/>
              <a:stCxn id="25" idx="6"/>
              <a:endCxn id="11" idx="1"/>
            </p:cNvCxnSpPr>
            <p:nvPr/>
          </p:nvCxnSpPr>
          <p:spPr>
            <a:xfrm flipV="1">
              <a:off x="5276852" y="2349364"/>
              <a:ext cx="434098" cy="1190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37B6439-BDA1-2FCE-C2EE-C74F7E5DC14D}"/>
                </a:ext>
              </a:extLst>
            </p:cNvPr>
            <p:cNvCxnSpPr>
              <a:stCxn id="25" idx="4"/>
              <a:endCxn id="18" idx="0"/>
            </p:cNvCxnSpPr>
            <p:nvPr/>
          </p:nvCxnSpPr>
          <p:spPr>
            <a:xfrm>
              <a:off x="5048252" y="2697022"/>
              <a:ext cx="140251" cy="574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4D2A108-B4AF-CC8C-6AFD-2F20B183C4E0}"/>
                </a:ext>
              </a:extLst>
            </p:cNvPr>
            <p:cNvCxnSpPr>
              <a:cxnSpLocks/>
              <a:stCxn id="13" idx="3"/>
              <a:endCxn id="19" idx="7"/>
            </p:cNvCxnSpPr>
            <p:nvPr/>
          </p:nvCxnSpPr>
          <p:spPr>
            <a:xfrm flipH="1">
              <a:off x="6068313" y="3262148"/>
              <a:ext cx="227830" cy="2714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18A6D10-517A-3AA5-0933-709F019C3CD2}"/>
              </a:ext>
            </a:extLst>
          </p:cNvPr>
          <p:cNvGrpSpPr/>
          <p:nvPr/>
        </p:nvGrpSpPr>
        <p:grpSpPr>
          <a:xfrm>
            <a:off x="6922639" y="3609816"/>
            <a:ext cx="714531" cy="793283"/>
            <a:chOff x="1944913" y="2840877"/>
            <a:chExt cx="714531" cy="793283"/>
          </a:xfrm>
        </p:grpSpPr>
        <p:sp>
          <p:nvSpPr>
            <p:cNvPr id="30" name="流程图: 接点 29">
              <a:extLst>
                <a:ext uri="{FF2B5EF4-FFF2-40B4-BE49-F238E27FC236}">
                  <a16:creationId xmlns:a16="http://schemas.microsoft.com/office/drawing/2014/main" id="{3D7D1ECD-563F-8633-5D80-04EF2FB52949}"/>
                </a:ext>
              </a:extLst>
            </p:cNvPr>
            <p:cNvSpPr/>
            <p:nvPr/>
          </p:nvSpPr>
          <p:spPr>
            <a:xfrm rot="20871791">
              <a:off x="2190910" y="2893891"/>
              <a:ext cx="164322" cy="16432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AC6E12E3-B067-82A5-9171-AA78DE25C423}"/>
                </a:ext>
              </a:extLst>
            </p:cNvPr>
            <p:cNvSpPr/>
            <p:nvPr/>
          </p:nvSpPr>
          <p:spPr>
            <a:xfrm rot="20871791">
              <a:off x="1944913" y="3157464"/>
              <a:ext cx="164322" cy="164321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流程图: 接点 31">
              <a:extLst>
                <a:ext uri="{FF2B5EF4-FFF2-40B4-BE49-F238E27FC236}">
                  <a16:creationId xmlns:a16="http://schemas.microsoft.com/office/drawing/2014/main" id="{59938055-20FA-9323-0CF9-2A851EFF71E5}"/>
                </a:ext>
              </a:extLst>
            </p:cNvPr>
            <p:cNvSpPr/>
            <p:nvPr/>
          </p:nvSpPr>
          <p:spPr>
            <a:xfrm rot="20871791">
              <a:off x="2414797" y="3157464"/>
              <a:ext cx="164322" cy="164321"/>
            </a:xfrm>
            <a:prstGeom prst="flowChartConnector">
              <a:avLst/>
            </a:prstGeom>
            <a:pattFill prst="narVert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流程图: 接点 32">
              <a:extLst>
                <a:ext uri="{FF2B5EF4-FFF2-40B4-BE49-F238E27FC236}">
                  <a16:creationId xmlns:a16="http://schemas.microsoft.com/office/drawing/2014/main" id="{5D96FE4C-03FF-B2CD-0059-A6A0D889AD10}"/>
                </a:ext>
              </a:extLst>
            </p:cNvPr>
            <p:cNvSpPr/>
            <p:nvPr/>
          </p:nvSpPr>
          <p:spPr>
            <a:xfrm rot="20871791">
              <a:off x="1995714" y="3469839"/>
              <a:ext cx="164322" cy="164321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流程图: 接点 33">
              <a:extLst>
                <a:ext uri="{FF2B5EF4-FFF2-40B4-BE49-F238E27FC236}">
                  <a16:creationId xmlns:a16="http://schemas.microsoft.com/office/drawing/2014/main" id="{C5B79031-299C-0B52-9E69-4FF51C0C115E}"/>
                </a:ext>
              </a:extLst>
            </p:cNvPr>
            <p:cNvSpPr/>
            <p:nvPr/>
          </p:nvSpPr>
          <p:spPr>
            <a:xfrm rot="20871791">
              <a:off x="2386107" y="3469839"/>
              <a:ext cx="164322" cy="164321"/>
            </a:xfrm>
            <a:prstGeom prst="flowChartConnector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2545FA6-579D-07B1-660D-5C997F4722E2}"/>
                </a:ext>
              </a:extLst>
            </p:cNvPr>
            <p:cNvCxnSpPr>
              <a:cxnSpLocks/>
              <a:stCxn id="30" idx="3"/>
              <a:endCxn id="31" idx="7"/>
            </p:cNvCxnSpPr>
            <p:nvPr/>
          </p:nvCxnSpPr>
          <p:spPr>
            <a:xfrm flipH="1">
              <a:off x="2071658" y="3045064"/>
              <a:ext cx="156829" cy="12554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2E03FB2-6858-A630-62E2-DFD4FBC1B8F5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2044348" y="3319949"/>
              <a:ext cx="16253" cy="1517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83CF662-203D-E90D-B934-0C7EF663D606}"/>
                </a:ext>
              </a:extLst>
            </p:cNvPr>
            <p:cNvCxnSpPr>
              <a:stCxn id="30" idx="5"/>
              <a:endCxn id="32" idx="0"/>
            </p:cNvCxnSpPr>
            <p:nvPr/>
          </p:nvCxnSpPr>
          <p:spPr>
            <a:xfrm>
              <a:off x="2342084" y="3020635"/>
              <a:ext cx="137600" cy="13866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1EC354BC-6E66-E4A5-DBCA-331EF63D79DA}"/>
                </a:ext>
              </a:extLst>
            </p:cNvPr>
            <p:cNvCxnSpPr>
              <a:stCxn id="32" idx="4"/>
              <a:endCxn id="34" idx="7"/>
            </p:cNvCxnSpPr>
            <p:nvPr/>
          </p:nvCxnSpPr>
          <p:spPr>
            <a:xfrm flipH="1">
              <a:off x="2512852" y="3319949"/>
              <a:ext cx="1380" cy="16303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6FFBE5B-450F-EF23-AB26-E7D211FEE089}"/>
                </a:ext>
              </a:extLst>
            </p:cNvPr>
            <p:cNvCxnSpPr>
              <a:stCxn id="33" idx="7"/>
              <a:endCxn id="32" idx="2"/>
            </p:cNvCxnSpPr>
            <p:nvPr/>
          </p:nvCxnSpPr>
          <p:spPr>
            <a:xfrm flipV="1">
              <a:off x="2122459" y="3256899"/>
              <a:ext cx="294175" cy="22608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流程图: 接点 39">
              <a:extLst>
                <a:ext uri="{FF2B5EF4-FFF2-40B4-BE49-F238E27FC236}">
                  <a16:creationId xmlns:a16="http://schemas.microsoft.com/office/drawing/2014/main" id="{83E4F7B5-7293-C75B-AD0D-64CD57C81EB3}"/>
                </a:ext>
              </a:extLst>
            </p:cNvPr>
            <p:cNvSpPr/>
            <p:nvPr/>
          </p:nvSpPr>
          <p:spPr>
            <a:xfrm rot="21442581">
              <a:off x="2495122" y="2840877"/>
              <a:ext cx="164322" cy="16432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FE54F2F3-FEB5-6664-6FAF-B80EBD60D88A}"/>
                </a:ext>
              </a:extLst>
            </p:cNvPr>
            <p:cNvCxnSpPr>
              <a:stCxn id="30" idx="6"/>
              <a:endCxn id="40" idx="2"/>
            </p:cNvCxnSpPr>
            <p:nvPr/>
          </p:nvCxnSpPr>
          <p:spPr>
            <a:xfrm flipV="1">
              <a:off x="2353396" y="2926799"/>
              <a:ext cx="141812" cy="3197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7AF3E75-F02A-7021-593B-5DCAD509E733}"/>
                </a:ext>
              </a:extLst>
            </p:cNvPr>
            <p:cNvCxnSpPr>
              <a:stCxn id="40" idx="4"/>
              <a:endCxn id="32" idx="7"/>
            </p:cNvCxnSpPr>
            <p:nvPr/>
          </p:nvCxnSpPr>
          <p:spPr>
            <a:xfrm flipH="1">
              <a:off x="2541542" y="3005112"/>
              <a:ext cx="39502" cy="1655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B593096A-EB0F-0EF3-8151-BF1EF65BDE4B}"/>
              </a:ext>
            </a:extLst>
          </p:cNvPr>
          <p:cNvGrpSpPr/>
          <p:nvPr/>
        </p:nvGrpSpPr>
        <p:grpSpPr>
          <a:xfrm>
            <a:off x="4068191" y="3491923"/>
            <a:ext cx="645949" cy="469910"/>
            <a:chOff x="4626732" y="5478306"/>
            <a:chExt cx="645949" cy="469910"/>
          </a:xfrm>
        </p:grpSpPr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F85738F7-04E9-1DE1-0272-92ABC115292F}"/>
                </a:ext>
              </a:extLst>
            </p:cNvPr>
            <p:cNvSpPr/>
            <p:nvPr/>
          </p:nvSpPr>
          <p:spPr>
            <a:xfrm rot="17454124">
              <a:off x="4805711" y="5478307"/>
              <a:ext cx="88591" cy="8859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1BE28989-1E12-FC87-768C-2A47C0D18DCB}"/>
                </a:ext>
              </a:extLst>
            </p:cNvPr>
            <p:cNvSpPr/>
            <p:nvPr/>
          </p:nvSpPr>
          <p:spPr>
            <a:xfrm rot="18909870">
              <a:off x="4904822" y="5859626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8D872012-8D64-1C12-3A67-630DA0647E7F}"/>
                </a:ext>
              </a:extLst>
            </p:cNvPr>
            <p:cNvSpPr/>
            <p:nvPr/>
          </p:nvSpPr>
          <p:spPr>
            <a:xfrm rot="18909870">
              <a:off x="5001878" y="5628494"/>
              <a:ext cx="88591" cy="88590"/>
            </a:xfrm>
            <a:prstGeom prst="flowChartConnector">
              <a:avLst/>
            </a:prstGeom>
            <a:pattFill prst="narVert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AAD34516-5267-32AA-0EB3-11286AEB6701}"/>
                </a:ext>
              </a:extLst>
            </p:cNvPr>
            <p:cNvSpPr/>
            <p:nvPr/>
          </p:nvSpPr>
          <p:spPr>
            <a:xfrm rot="18909870">
              <a:off x="5184090" y="5815270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流程图: 接点 47">
              <a:extLst>
                <a:ext uri="{FF2B5EF4-FFF2-40B4-BE49-F238E27FC236}">
                  <a16:creationId xmlns:a16="http://schemas.microsoft.com/office/drawing/2014/main" id="{36007C53-3809-2369-0A4F-D02F6D1CD527}"/>
                </a:ext>
              </a:extLst>
            </p:cNvPr>
            <p:cNvSpPr/>
            <p:nvPr/>
          </p:nvSpPr>
          <p:spPr>
            <a:xfrm rot="18909870">
              <a:off x="4626732" y="5565851"/>
              <a:ext cx="88591" cy="88590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57AD2720-BEE9-1978-11F5-0A7E64E48B2A}"/>
                </a:ext>
              </a:extLst>
            </p:cNvPr>
            <p:cNvCxnSpPr>
              <a:cxnSpLocks/>
              <a:stCxn id="48" idx="6"/>
              <a:endCxn id="44" idx="1"/>
            </p:cNvCxnSpPr>
            <p:nvPr/>
          </p:nvCxnSpPr>
          <p:spPr>
            <a:xfrm flipV="1">
              <a:off x="4702439" y="5540688"/>
              <a:ext cx="107133" cy="382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8140B275-5A6A-6638-E8FF-B40AE22B3F0A}"/>
                </a:ext>
              </a:extLst>
            </p:cNvPr>
            <p:cNvCxnSpPr>
              <a:stCxn id="44" idx="4"/>
              <a:endCxn id="46" idx="0"/>
            </p:cNvCxnSpPr>
            <p:nvPr/>
          </p:nvCxnSpPr>
          <p:spPr>
            <a:xfrm>
              <a:off x="4891387" y="5538405"/>
              <a:ext cx="123556" cy="10297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47940C8D-B706-9E9A-055C-D4EFB9CEB341}"/>
                </a:ext>
              </a:extLst>
            </p:cNvPr>
            <p:cNvCxnSpPr>
              <a:stCxn id="46" idx="4"/>
              <a:endCxn id="47" idx="0"/>
            </p:cNvCxnSpPr>
            <p:nvPr/>
          </p:nvCxnSpPr>
          <p:spPr>
            <a:xfrm>
              <a:off x="5077405" y="5704200"/>
              <a:ext cx="119750" cy="12395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38F0FEF6-E2E5-EE21-46E5-521FC30AFDF5}"/>
                </a:ext>
              </a:extLst>
            </p:cNvPr>
            <p:cNvCxnSpPr>
              <a:stCxn id="47" idx="2"/>
              <a:endCxn id="45" idx="4"/>
            </p:cNvCxnSpPr>
            <p:nvPr/>
          </p:nvCxnSpPr>
          <p:spPr>
            <a:xfrm flipH="1">
              <a:off x="4993412" y="5890797"/>
              <a:ext cx="203562" cy="132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5C35F2D3-9023-80A1-2803-B9BAD3A6FC7C}"/>
                </a:ext>
              </a:extLst>
            </p:cNvPr>
            <p:cNvSpPr/>
            <p:nvPr/>
          </p:nvSpPr>
          <p:spPr>
            <a:xfrm rot="18909870">
              <a:off x="4765276" y="5691842"/>
              <a:ext cx="88591" cy="88590"/>
            </a:xfrm>
            <a:prstGeom prst="flowChartConnector">
              <a:avLst/>
            </a:prstGeom>
            <a:pattFill prst="narVert">
              <a:fgClr>
                <a:schemeClr val="accent4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14C5098-673B-6722-A5BE-B5FBACC4B8E7}"/>
                </a:ext>
              </a:extLst>
            </p:cNvPr>
            <p:cNvCxnSpPr>
              <a:stCxn id="46" idx="2"/>
              <a:endCxn id="45" idx="7"/>
            </p:cNvCxnSpPr>
            <p:nvPr/>
          </p:nvCxnSpPr>
          <p:spPr>
            <a:xfrm flipH="1">
              <a:off x="4949245" y="5704021"/>
              <a:ext cx="65517" cy="15560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E26F22-84C5-6273-B814-C2E2E9E082D9}"/>
              </a:ext>
            </a:extLst>
          </p:cNvPr>
          <p:cNvGrpSpPr/>
          <p:nvPr/>
        </p:nvGrpSpPr>
        <p:grpSpPr>
          <a:xfrm>
            <a:off x="6108786" y="3256899"/>
            <a:ext cx="639626" cy="514401"/>
            <a:chOff x="4587378" y="5606705"/>
            <a:chExt cx="639626" cy="514401"/>
          </a:xfrm>
        </p:grpSpPr>
        <p:sp>
          <p:nvSpPr>
            <p:cNvPr id="56" name="流程图: 接点 55">
              <a:extLst>
                <a:ext uri="{FF2B5EF4-FFF2-40B4-BE49-F238E27FC236}">
                  <a16:creationId xmlns:a16="http://schemas.microsoft.com/office/drawing/2014/main" id="{2806B4B9-ED9F-D5D5-C2EB-05EC882DB068}"/>
                </a:ext>
              </a:extLst>
            </p:cNvPr>
            <p:cNvSpPr/>
            <p:nvPr/>
          </p:nvSpPr>
          <p:spPr>
            <a:xfrm rot="17454124">
              <a:off x="4799145" y="5606706"/>
              <a:ext cx="88591" cy="8859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流程图: 接点 56">
              <a:extLst>
                <a:ext uri="{FF2B5EF4-FFF2-40B4-BE49-F238E27FC236}">
                  <a16:creationId xmlns:a16="http://schemas.microsoft.com/office/drawing/2014/main" id="{543F15CF-CE68-5187-CA3F-A75AE2304FC9}"/>
                </a:ext>
              </a:extLst>
            </p:cNvPr>
            <p:cNvSpPr/>
            <p:nvPr/>
          </p:nvSpPr>
          <p:spPr>
            <a:xfrm rot="18909870">
              <a:off x="4587378" y="5805675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流程图: 接点 57">
              <a:extLst>
                <a:ext uri="{FF2B5EF4-FFF2-40B4-BE49-F238E27FC236}">
                  <a16:creationId xmlns:a16="http://schemas.microsoft.com/office/drawing/2014/main" id="{E549FC57-CDDC-845E-B950-C512E02334DA}"/>
                </a:ext>
              </a:extLst>
            </p:cNvPr>
            <p:cNvSpPr/>
            <p:nvPr/>
          </p:nvSpPr>
          <p:spPr>
            <a:xfrm rot="18909870">
              <a:off x="4861787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流程图: 接点 58">
              <a:extLst>
                <a:ext uri="{FF2B5EF4-FFF2-40B4-BE49-F238E27FC236}">
                  <a16:creationId xmlns:a16="http://schemas.microsoft.com/office/drawing/2014/main" id="{B6FFC41F-9A44-2D37-E194-A10249F496A0}"/>
                </a:ext>
              </a:extLst>
            </p:cNvPr>
            <p:cNvSpPr/>
            <p:nvPr/>
          </p:nvSpPr>
          <p:spPr>
            <a:xfrm rot="18909870">
              <a:off x="5008192" y="5785408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流程图: 接点 59">
              <a:extLst>
                <a:ext uri="{FF2B5EF4-FFF2-40B4-BE49-F238E27FC236}">
                  <a16:creationId xmlns:a16="http://schemas.microsoft.com/office/drawing/2014/main" id="{D34F5376-73D9-8073-B726-20554303587F}"/>
                </a:ext>
              </a:extLst>
            </p:cNvPr>
            <p:cNvSpPr/>
            <p:nvPr/>
          </p:nvSpPr>
          <p:spPr>
            <a:xfrm rot="18909870">
              <a:off x="5138413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流程图: 接点 60">
              <a:extLst>
                <a:ext uri="{FF2B5EF4-FFF2-40B4-BE49-F238E27FC236}">
                  <a16:creationId xmlns:a16="http://schemas.microsoft.com/office/drawing/2014/main" id="{6233CBB3-B1A2-0F18-B3F8-2A504F6472CF}"/>
                </a:ext>
              </a:extLst>
            </p:cNvPr>
            <p:cNvSpPr/>
            <p:nvPr/>
          </p:nvSpPr>
          <p:spPr>
            <a:xfrm rot="18909870">
              <a:off x="4592069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4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7CFE64FA-661B-8005-13C5-D0492D57C98E}"/>
                </a:ext>
              </a:extLst>
            </p:cNvPr>
            <p:cNvCxnSpPr>
              <a:cxnSpLocks/>
              <a:stCxn id="56" idx="1"/>
              <a:endCxn id="57" idx="6"/>
            </p:cNvCxnSpPr>
            <p:nvPr/>
          </p:nvCxnSpPr>
          <p:spPr>
            <a:xfrm flipH="1">
              <a:off x="4663085" y="5669087"/>
              <a:ext cx="139921" cy="1496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79C889EE-8908-D9E8-E649-238E9FBA9387}"/>
                </a:ext>
              </a:extLst>
            </p:cNvPr>
            <p:cNvCxnSpPr>
              <a:stCxn id="57" idx="3"/>
              <a:endCxn id="61" idx="7"/>
            </p:cNvCxnSpPr>
            <p:nvPr/>
          </p:nvCxnSpPr>
          <p:spPr>
            <a:xfrm>
              <a:off x="4631546" y="5894265"/>
              <a:ext cx="4946" cy="138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910B41A-918B-C99F-F87F-6B5701C61DB3}"/>
                </a:ext>
              </a:extLst>
            </p:cNvPr>
            <p:cNvCxnSpPr>
              <a:stCxn id="61" idx="5"/>
              <a:endCxn id="58" idx="1"/>
            </p:cNvCxnSpPr>
            <p:nvPr/>
          </p:nvCxnSpPr>
          <p:spPr>
            <a:xfrm flipV="1">
              <a:off x="4680659" y="6076684"/>
              <a:ext cx="181129" cy="2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32D19C0-A068-5A94-8079-6984B4A21E8C}"/>
                </a:ext>
              </a:extLst>
            </p:cNvPr>
            <p:cNvCxnSpPr>
              <a:stCxn id="58" idx="5"/>
              <a:endCxn id="60" idx="1"/>
            </p:cNvCxnSpPr>
            <p:nvPr/>
          </p:nvCxnSpPr>
          <p:spPr>
            <a:xfrm flipV="1">
              <a:off x="4950377" y="6076684"/>
              <a:ext cx="188037" cy="2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818DF56-4449-B01E-828E-FEB06F2D9642}"/>
                </a:ext>
              </a:extLst>
            </p:cNvPr>
            <p:cNvCxnSpPr>
              <a:stCxn id="56" idx="4"/>
              <a:endCxn id="59" idx="0"/>
            </p:cNvCxnSpPr>
            <p:nvPr/>
          </p:nvCxnSpPr>
          <p:spPr>
            <a:xfrm>
              <a:off x="4884821" y="5666804"/>
              <a:ext cx="136436" cy="1314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05D0A30-DD9E-12EF-3568-6162277F4208}"/>
                </a:ext>
              </a:extLst>
            </p:cNvPr>
            <p:cNvCxnSpPr>
              <a:stCxn id="59" idx="2"/>
              <a:endCxn id="58" idx="7"/>
            </p:cNvCxnSpPr>
            <p:nvPr/>
          </p:nvCxnSpPr>
          <p:spPr>
            <a:xfrm flipH="1">
              <a:off x="4937494" y="5860935"/>
              <a:ext cx="83582" cy="184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31FE58A-9C1B-08DE-5ADA-A99E942EFA52}"/>
              </a:ext>
            </a:extLst>
          </p:cNvPr>
          <p:cNvGrpSpPr/>
          <p:nvPr/>
        </p:nvGrpSpPr>
        <p:grpSpPr>
          <a:xfrm>
            <a:off x="7340254" y="4787810"/>
            <a:ext cx="1102939" cy="1025038"/>
            <a:chOff x="7755504" y="5006435"/>
            <a:chExt cx="1102939" cy="1025038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8814D411-6BFA-82D5-4A43-723A6BD77A9F}"/>
                </a:ext>
              </a:extLst>
            </p:cNvPr>
            <p:cNvGrpSpPr>
              <a:grpSpLocks noChangeAspect="1"/>
            </p:cNvGrpSpPr>
            <p:nvPr/>
          </p:nvGrpSpPr>
          <p:grpSpPr>
            <a:xfrm rot="2863004">
              <a:off x="7794455" y="4967484"/>
              <a:ext cx="1025038" cy="1102939"/>
              <a:chOff x="8459265" y="2074928"/>
              <a:chExt cx="1927143" cy="2073597"/>
            </a:xfrm>
          </p:grpSpPr>
          <p:sp>
            <p:nvSpPr>
              <p:cNvPr id="71" name="流程图: 接点 70">
                <a:extLst>
                  <a:ext uri="{FF2B5EF4-FFF2-40B4-BE49-F238E27FC236}">
                    <a16:creationId xmlns:a16="http://schemas.microsoft.com/office/drawing/2014/main" id="{83B9C962-8023-2F2D-8AEA-5208CD8254BF}"/>
                  </a:ext>
                </a:extLst>
              </p:cNvPr>
              <p:cNvSpPr/>
              <p:nvPr/>
            </p:nvSpPr>
            <p:spPr>
              <a:xfrm rot="20998468">
                <a:off x="8977131" y="2138983"/>
                <a:ext cx="457201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流程图: 接点 71">
                <a:extLst>
                  <a:ext uri="{FF2B5EF4-FFF2-40B4-BE49-F238E27FC236}">
                    <a16:creationId xmlns:a16="http://schemas.microsoft.com/office/drawing/2014/main" id="{7590C91C-C45F-F671-B58E-1FA23796D770}"/>
                  </a:ext>
                </a:extLst>
              </p:cNvPr>
              <p:cNvSpPr/>
              <p:nvPr/>
            </p:nvSpPr>
            <p:spPr>
              <a:xfrm>
                <a:off x="9929208" y="2074928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流程图: 接点 72">
                <a:extLst>
                  <a:ext uri="{FF2B5EF4-FFF2-40B4-BE49-F238E27FC236}">
                    <a16:creationId xmlns:a16="http://schemas.microsoft.com/office/drawing/2014/main" id="{57C18D5A-D620-5EA9-EEC1-7E2DC5E90656}"/>
                  </a:ext>
                </a:extLst>
              </p:cNvPr>
              <p:cNvSpPr/>
              <p:nvPr/>
            </p:nvSpPr>
            <p:spPr>
              <a:xfrm rot="438086">
                <a:off x="9894714" y="3093790"/>
                <a:ext cx="457201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流程图: 接点 73">
                <a:extLst>
                  <a:ext uri="{FF2B5EF4-FFF2-40B4-BE49-F238E27FC236}">
                    <a16:creationId xmlns:a16="http://schemas.microsoft.com/office/drawing/2014/main" id="{277FDC43-66FF-5557-7DFF-801125FAF295}"/>
                  </a:ext>
                </a:extLst>
              </p:cNvPr>
              <p:cNvSpPr/>
              <p:nvPr/>
            </p:nvSpPr>
            <p:spPr>
              <a:xfrm>
                <a:off x="8459265" y="3691325"/>
                <a:ext cx="457201" cy="457200"/>
              </a:xfrm>
              <a:prstGeom prst="flowChartConnector">
                <a:avLst/>
              </a:prstGeom>
              <a:pattFill prst="narVert">
                <a:fgClr>
                  <a:schemeClr val="accent4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AD7FAFD2-D209-FCB3-82B5-1D0EF5A8E96A}"/>
                  </a:ext>
                </a:extLst>
              </p:cNvPr>
              <p:cNvCxnSpPr>
                <a:cxnSpLocks/>
                <a:stCxn id="71" idx="6"/>
                <a:endCxn id="72" idx="2"/>
              </p:cNvCxnSpPr>
              <p:nvPr/>
            </p:nvCxnSpPr>
            <p:spPr>
              <a:xfrm rot="18736996">
                <a:off x="9503402" y="2139467"/>
                <a:ext cx="353245" cy="352383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7365E461-5827-1DDE-099E-D6DA8CB0F4CD}"/>
                  </a:ext>
                </a:extLst>
              </p:cNvPr>
              <p:cNvCxnSpPr>
                <a:cxnSpLocks/>
                <a:stCxn id="72" idx="4"/>
                <a:endCxn id="73" idx="0"/>
              </p:cNvCxnSpPr>
              <p:nvPr/>
            </p:nvCxnSpPr>
            <p:spPr>
              <a:xfrm rot="18736996" flipH="1">
                <a:off x="9944806" y="2626333"/>
                <a:ext cx="420563" cy="37510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D5A7E940-E7CF-D2B6-83CA-EFA523A187E2}"/>
                  </a:ext>
                </a:extLst>
              </p:cNvPr>
              <p:cNvCxnSpPr>
                <a:cxnSpLocks/>
                <a:stCxn id="74" idx="7"/>
                <a:endCxn id="72" idx="3"/>
              </p:cNvCxnSpPr>
              <p:nvPr/>
            </p:nvCxnSpPr>
            <p:spPr>
              <a:xfrm rot="18736996" flipV="1">
                <a:off x="8558769" y="3100890"/>
                <a:ext cx="1728136" cy="21675"/>
              </a:xfrm>
              <a:prstGeom prst="line">
                <a:avLst/>
              </a:prstGeom>
              <a:ln w="9525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C348A01-A4F6-7CB7-8AA2-D082D3488CEE}"/>
                </a:ext>
              </a:extLst>
            </p:cNvPr>
            <p:cNvSpPr txBox="1"/>
            <p:nvPr/>
          </p:nvSpPr>
          <p:spPr>
            <a:xfrm>
              <a:off x="8088153" y="5216557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2EA536F-E764-4E41-34B1-B4BA87319E00}"/>
              </a:ext>
            </a:extLst>
          </p:cNvPr>
          <p:cNvGrpSpPr>
            <a:grpSpLocks noChangeAspect="1"/>
          </p:cNvGrpSpPr>
          <p:nvPr/>
        </p:nvGrpSpPr>
        <p:grpSpPr>
          <a:xfrm>
            <a:off x="8930044" y="4580012"/>
            <a:ext cx="1296000" cy="978680"/>
            <a:chOff x="7169883" y="2426982"/>
            <a:chExt cx="1513341" cy="1142808"/>
          </a:xfrm>
        </p:grpSpPr>
        <p:sp>
          <p:nvSpPr>
            <p:cNvPr id="79" name="流程图: 接点 78">
              <a:extLst>
                <a:ext uri="{FF2B5EF4-FFF2-40B4-BE49-F238E27FC236}">
                  <a16:creationId xmlns:a16="http://schemas.microsoft.com/office/drawing/2014/main" id="{EC1F90E5-1EFA-3718-DA38-ACC4C5A514AE}"/>
                </a:ext>
              </a:extLst>
            </p:cNvPr>
            <p:cNvSpPr/>
            <p:nvPr/>
          </p:nvSpPr>
          <p:spPr>
            <a:xfrm>
              <a:off x="8401644" y="3288210"/>
              <a:ext cx="281580" cy="28158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流程图: 接点 79">
              <a:extLst>
                <a:ext uri="{FF2B5EF4-FFF2-40B4-BE49-F238E27FC236}">
                  <a16:creationId xmlns:a16="http://schemas.microsoft.com/office/drawing/2014/main" id="{986394B8-10EB-E5C0-485A-76DFF3AFD934}"/>
                </a:ext>
              </a:extLst>
            </p:cNvPr>
            <p:cNvSpPr/>
            <p:nvPr/>
          </p:nvSpPr>
          <p:spPr>
            <a:xfrm>
              <a:off x="7796423" y="2426982"/>
              <a:ext cx="281580" cy="28158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流程图: 接点 80">
              <a:extLst>
                <a:ext uri="{FF2B5EF4-FFF2-40B4-BE49-F238E27FC236}">
                  <a16:creationId xmlns:a16="http://schemas.microsoft.com/office/drawing/2014/main" id="{D1EF6E7A-A32C-75D5-2E93-36E30A82204D}"/>
                </a:ext>
              </a:extLst>
            </p:cNvPr>
            <p:cNvSpPr/>
            <p:nvPr/>
          </p:nvSpPr>
          <p:spPr>
            <a:xfrm>
              <a:off x="7803316" y="3045064"/>
              <a:ext cx="281580" cy="28158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流程图: 接点 81">
              <a:extLst>
                <a:ext uri="{FF2B5EF4-FFF2-40B4-BE49-F238E27FC236}">
                  <a16:creationId xmlns:a16="http://schemas.microsoft.com/office/drawing/2014/main" id="{54C940E4-8C11-700B-D753-D359D4350C81}"/>
                </a:ext>
              </a:extLst>
            </p:cNvPr>
            <p:cNvSpPr/>
            <p:nvPr/>
          </p:nvSpPr>
          <p:spPr>
            <a:xfrm>
              <a:off x="7169883" y="3288210"/>
              <a:ext cx="281580" cy="281580"/>
            </a:xfrm>
            <a:prstGeom prst="flowChartConnector">
              <a:avLst/>
            </a:prstGeom>
            <a:pattFill prst="narVert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3D85816-EBBD-F145-C4EB-9B5A710800DB}"/>
                </a:ext>
              </a:extLst>
            </p:cNvPr>
            <p:cNvCxnSpPr>
              <a:stCxn id="81" idx="0"/>
              <a:endCxn id="80" idx="4"/>
            </p:cNvCxnSpPr>
            <p:nvPr/>
          </p:nvCxnSpPr>
          <p:spPr>
            <a:xfrm flipH="1" flipV="1">
              <a:off x="7937212" y="2708562"/>
              <a:ext cx="6893" cy="33650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620C2999-D5B2-8DE0-3A1A-666E658637C3}"/>
                </a:ext>
              </a:extLst>
            </p:cNvPr>
            <p:cNvCxnSpPr>
              <a:stCxn id="81" idx="2"/>
              <a:endCxn id="82" idx="6"/>
            </p:cNvCxnSpPr>
            <p:nvPr/>
          </p:nvCxnSpPr>
          <p:spPr>
            <a:xfrm flipH="1">
              <a:off x="7451463" y="3185854"/>
              <a:ext cx="351853" cy="2431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4D618D5E-F977-6567-3B96-3CE372CE9094}"/>
                </a:ext>
              </a:extLst>
            </p:cNvPr>
            <p:cNvCxnSpPr>
              <a:stCxn id="81" idx="6"/>
              <a:endCxn id="79" idx="1"/>
            </p:cNvCxnSpPr>
            <p:nvPr/>
          </p:nvCxnSpPr>
          <p:spPr>
            <a:xfrm>
              <a:off x="8084896" y="3185854"/>
              <a:ext cx="357984" cy="14359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98843335-8531-DA8D-A298-713F278C9BEF}"/>
                </a:ext>
              </a:extLst>
            </p:cNvPr>
            <p:cNvSpPr txBox="1"/>
            <p:nvPr/>
          </p:nvSpPr>
          <p:spPr>
            <a:xfrm>
              <a:off x="7792346" y="298505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1C9CAE5-C225-7C7B-CF72-D836C6FB186C}"/>
              </a:ext>
            </a:extLst>
          </p:cNvPr>
          <p:cNvGrpSpPr/>
          <p:nvPr/>
        </p:nvGrpSpPr>
        <p:grpSpPr>
          <a:xfrm>
            <a:off x="8792048" y="3876282"/>
            <a:ext cx="1455777" cy="782074"/>
            <a:chOff x="8247540" y="3055937"/>
            <a:chExt cx="1455777" cy="782074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6B655BE1-77A8-3C48-7B9F-0996BDD83865}"/>
                </a:ext>
              </a:extLst>
            </p:cNvPr>
            <p:cNvGrpSpPr>
              <a:grpSpLocks noChangeAspect="1"/>
            </p:cNvGrpSpPr>
            <p:nvPr/>
          </p:nvGrpSpPr>
          <p:grpSpPr>
            <a:xfrm rot="891796">
              <a:off x="8247540" y="3055937"/>
              <a:ext cx="753714" cy="782074"/>
              <a:chOff x="8969373" y="2074928"/>
              <a:chExt cx="1417035" cy="1470351"/>
            </a:xfrm>
          </p:grpSpPr>
          <p:sp>
            <p:nvSpPr>
              <p:cNvPr id="91" name="流程图: 接点 90">
                <a:extLst>
                  <a:ext uri="{FF2B5EF4-FFF2-40B4-BE49-F238E27FC236}">
                    <a16:creationId xmlns:a16="http://schemas.microsoft.com/office/drawing/2014/main" id="{39416D3D-00AA-CDDE-D6DB-7066B5979643}"/>
                  </a:ext>
                </a:extLst>
              </p:cNvPr>
              <p:cNvSpPr/>
              <p:nvPr/>
            </p:nvSpPr>
            <p:spPr>
              <a:xfrm rot="20178479">
                <a:off x="8969373" y="2312917"/>
                <a:ext cx="457201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流程图: 接点 91">
                <a:extLst>
                  <a:ext uri="{FF2B5EF4-FFF2-40B4-BE49-F238E27FC236}">
                    <a16:creationId xmlns:a16="http://schemas.microsoft.com/office/drawing/2014/main" id="{FC87B311-2EDD-430A-7427-A2D7BFB5201B}"/>
                  </a:ext>
                </a:extLst>
              </p:cNvPr>
              <p:cNvSpPr/>
              <p:nvPr/>
            </p:nvSpPr>
            <p:spPr>
              <a:xfrm>
                <a:off x="9929208" y="2074928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流程图: 接点 92">
                <a:extLst>
                  <a:ext uri="{FF2B5EF4-FFF2-40B4-BE49-F238E27FC236}">
                    <a16:creationId xmlns:a16="http://schemas.microsoft.com/office/drawing/2014/main" id="{C65788D0-942B-9E51-B56A-69FE93424CF9}"/>
                  </a:ext>
                </a:extLst>
              </p:cNvPr>
              <p:cNvSpPr/>
              <p:nvPr/>
            </p:nvSpPr>
            <p:spPr>
              <a:xfrm rot="1134014">
                <a:off x="9616873" y="3088079"/>
                <a:ext cx="457201" cy="457200"/>
              </a:xfrm>
              <a:prstGeom prst="flowChartConnector">
                <a:avLst/>
              </a:prstGeom>
              <a:pattFill prst="narVert">
                <a:fgClr>
                  <a:schemeClr val="accent5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982C62A3-5B43-3421-28A7-7814C39590A4}"/>
                  </a:ext>
                </a:extLst>
              </p:cNvPr>
              <p:cNvCxnSpPr>
                <a:cxnSpLocks/>
                <a:stCxn id="91" idx="6"/>
                <a:endCxn id="92" idx="2"/>
              </p:cNvCxnSpPr>
              <p:nvPr/>
            </p:nvCxnSpPr>
            <p:spPr>
              <a:xfrm rot="20708204" flipV="1">
                <a:off x="9397295" y="2372911"/>
                <a:ext cx="541925" cy="737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FD831018-AB24-6DFC-7679-1B3DBFCC7E05}"/>
                  </a:ext>
                </a:extLst>
              </p:cNvPr>
              <p:cNvCxnSpPr>
                <a:cxnSpLocks/>
                <a:stCxn id="92" idx="4"/>
                <a:endCxn id="93" idx="0"/>
              </p:cNvCxnSpPr>
              <p:nvPr/>
            </p:nvCxnSpPr>
            <p:spPr>
              <a:xfrm rot="20708204" flipH="1">
                <a:off x="9850623" y="2572197"/>
                <a:ext cx="376084" cy="488139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3D816A7-FF50-7989-9671-B4F967CE797E}"/>
                </a:ext>
              </a:extLst>
            </p:cNvPr>
            <p:cNvSpPr txBox="1"/>
            <p:nvPr/>
          </p:nvSpPr>
          <p:spPr>
            <a:xfrm>
              <a:off x="9417661" y="3206544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90" name="箭头: 右 89">
              <a:extLst>
                <a:ext uri="{FF2B5EF4-FFF2-40B4-BE49-F238E27FC236}">
                  <a16:creationId xmlns:a16="http://schemas.microsoft.com/office/drawing/2014/main" id="{DCF7CF79-AACB-22C1-622A-EDB1DAFA4FC4}"/>
                </a:ext>
              </a:extLst>
            </p:cNvPr>
            <p:cNvSpPr/>
            <p:nvPr/>
          </p:nvSpPr>
          <p:spPr>
            <a:xfrm>
              <a:off x="9167203" y="3347085"/>
              <a:ext cx="241490" cy="107316"/>
            </a:xfrm>
            <a:prstGeom prst="rightArrow">
              <a:avLst/>
            </a:prstGeom>
            <a:solidFill>
              <a:srgbClr val="8FAAD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64AA1E72-D1D2-5B63-8F95-59CA9D147BF9}"/>
              </a:ext>
            </a:extLst>
          </p:cNvPr>
          <p:cNvGrpSpPr/>
          <p:nvPr/>
        </p:nvGrpSpPr>
        <p:grpSpPr>
          <a:xfrm>
            <a:off x="8228831" y="827341"/>
            <a:ext cx="2869022" cy="1819310"/>
            <a:chOff x="1071594" y="3282305"/>
            <a:chExt cx="1452399" cy="835783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5908B4F6-F1EA-44D8-52AF-B955E5805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6459" y="3774882"/>
              <a:ext cx="343206" cy="343206"/>
            </a:xfrm>
            <a:prstGeom prst="rect">
              <a:avLst/>
            </a:prstGeom>
          </p:spPr>
        </p:pic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D19C70F0-290B-220C-0035-6946C53EB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9665" y="3282305"/>
              <a:ext cx="343206" cy="343206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4DA877A0-B850-CC7C-998E-FCB687BA0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1594" y="3285956"/>
              <a:ext cx="343206" cy="343206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1C3C75D1-7C64-662C-99A5-ECB65CA89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0787" y="3774882"/>
              <a:ext cx="343206" cy="343206"/>
            </a:xfrm>
            <a:prstGeom prst="rect">
              <a:avLst/>
            </a:prstGeom>
          </p:spPr>
        </p:pic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F746B488-9636-B3CF-9579-9B0A8D25F9B2}"/>
                </a:ext>
              </a:extLst>
            </p:cNvPr>
            <p:cNvCxnSpPr>
              <a:stCxn id="99" idx="2"/>
              <a:endCxn id="97" idx="1"/>
            </p:cNvCxnSpPr>
            <p:nvPr/>
          </p:nvCxnSpPr>
          <p:spPr>
            <a:xfrm>
              <a:off x="1243197" y="3629162"/>
              <a:ext cx="203262" cy="3173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7CCB87F2-2334-15BB-DCFC-E439E175BE27}"/>
                </a:ext>
              </a:extLst>
            </p:cNvPr>
            <p:cNvCxnSpPr>
              <a:stCxn id="99" idx="3"/>
              <a:endCxn id="98" idx="1"/>
            </p:cNvCxnSpPr>
            <p:nvPr/>
          </p:nvCxnSpPr>
          <p:spPr>
            <a:xfrm flipV="1">
              <a:off x="1414800" y="3453908"/>
              <a:ext cx="374865" cy="365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FAE5E84D-D0D1-DE3B-BD84-18429B5FC215}"/>
                </a:ext>
              </a:extLst>
            </p:cNvPr>
            <p:cNvCxnSpPr>
              <a:stCxn id="98" idx="3"/>
              <a:endCxn id="100" idx="0"/>
            </p:cNvCxnSpPr>
            <p:nvPr/>
          </p:nvCxnSpPr>
          <p:spPr>
            <a:xfrm>
              <a:off x="2132871" y="3453908"/>
              <a:ext cx="219519" cy="320974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9F127AEF-B924-71BC-A032-FC38EA7C1DE7}"/>
                </a:ext>
              </a:extLst>
            </p:cNvPr>
            <p:cNvCxnSpPr>
              <a:stCxn id="98" idx="2"/>
              <a:endCxn id="97" idx="3"/>
            </p:cNvCxnSpPr>
            <p:nvPr/>
          </p:nvCxnSpPr>
          <p:spPr>
            <a:xfrm flipH="1">
              <a:off x="1789665" y="3625511"/>
              <a:ext cx="171603" cy="320974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AC5AF827-1AE2-2825-B0DB-2A6989D265B0}"/>
                </a:ext>
              </a:extLst>
            </p:cNvPr>
            <p:cNvCxnSpPr>
              <a:stCxn id="97" idx="3"/>
              <a:endCxn id="100" idx="1"/>
            </p:cNvCxnSpPr>
            <p:nvPr/>
          </p:nvCxnSpPr>
          <p:spPr>
            <a:xfrm>
              <a:off x="1789665" y="3946485"/>
              <a:ext cx="39112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EF6E0B3-F520-7B3D-98A8-CD9066BAA39E}"/>
              </a:ext>
            </a:extLst>
          </p:cNvPr>
          <p:cNvGrpSpPr/>
          <p:nvPr/>
        </p:nvGrpSpPr>
        <p:grpSpPr>
          <a:xfrm>
            <a:off x="964654" y="249437"/>
            <a:ext cx="2971891" cy="1603670"/>
            <a:chOff x="3124109" y="1553882"/>
            <a:chExt cx="2971891" cy="1603670"/>
          </a:xfrm>
        </p:grpSpPr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85A2E886-A1E6-EF43-05B5-0154EB8F6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4187" y="1827155"/>
              <a:ext cx="430482" cy="430482"/>
            </a:xfrm>
            <a:prstGeom prst="rect">
              <a:avLst/>
            </a:prstGeom>
          </p:spPr>
        </p:pic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03C6A741-AB17-E9B4-2BC0-CB42CD50F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6063" y="1553882"/>
              <a:ext cx="452826" cy="452826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9BFE434B-6DF4-AD1B-1D9D-24DBD2B6B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0283" y="1821148"/>
              <a:ext cx="430482" cy="430482"/>
            </a:xfrm>
            <a:prstGeom prst="rect">
              <a:avLst/>
            </a:prstGeom>
          </p:spPr>
        </p:pic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82602C0F-18B8-42E3-46CB-78D2C3121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6356" y="2429378"/>
              <a:ext cx="430482" cy="430482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FD27619C-5371-82F6-DFF4-093A735EA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434" y="2429378"/>
              <a:ext cx="430482" cy="430482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49F83326-F8D2-C777-10C3-57CA95EC9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759" y="2704726"/>
              <a:ext cx="452826" cy="452826"/>
            </a:xfrm>
            <a:prstGeom prst="rect">
              <a:avLst/>
            </a:prstGeom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5B791A65-7405-B4E5-43D3-7AF8712FF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986" y="2234907"/>
              <a:ext cx="390980" cy="285387"/>
            </a:xfrm>
            <a:prstGeom prst="rect">
              <a:avLst/>
            </a:prstGeom>
          </p:spPr>
        </p:pic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42A1787A-8B69-C578-AA2B-1B8200DBD119}"/>
                </a:ext>
              </a:extLst>
            </p:cNvPr>
            <p:cNvGrpSpPr/>
            <p:nvPr/>
          </p:nvGrpSpPr>
          <p:grpSpPr>
            <a:xfrm>
              <a:off x="5643174" y="2118783"/>
              <a:ext cx="452826" cy="517633"/>
              <a:chOff x="5924379" y="2058526"/>
              <a:chExt cx="452826" cy="517633"/>
            </a:xfrm>
          </p:grpSpPr>
          <p:pic>
            <p:nvPicPr>
              <p:cNvPr id="129" name="图片 128">
                <a:extLst>
                  <a:ext uri="{FF2B5EF4-FFF2-40B4-BE49-F238E27FC236}">
                    <a16:creationId xmlns:a16="http://schemas.microsoft.com/office/drawing/2014/main" id="{5F84B641-8694-42DA-D529-8E53AAC39D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24379" y="2123333"/>
                <a:ext cx="452826" cy="452826"/>
              </a:xfrm>
              <a:prstGeom prst="rect">
                <a:avLst/>
              </a:prstGeom>
            </p:spPr>
          </p:pic>
          <p:pic>
            <p:nvPicPr>
              <p:cNvPr id="130" name="图片 129">
                <a:extLst>
                  <a:ext uri="{FF2B5EF4-FFF2-40B4-BE49-F238E27FC236}">
                    <a16:creationId xmlns:a16="http://schemas.microsoft.com/office/drawing/2014/main" id="{9674CD6E-001E-E199-9696-D7D8F9951F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388"/>
              <a:stretch/>
            </p:blipFill>
            <p:spPr>
              <a:xfrm>
                <a:off x="6021290" y="2058526"/>
                <a:ext cx="262544" cy="160422"/>
              </a:xfrm>
              <a:prstGeom prst="rect">
                <a:avLst/>
              </a:prstGeom>
            </p:spPr>
          </p:pic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7F6D3BE5-5DC1-E0E9-EADC-158DF56EEE84}"/>
                </a:ext>
              </a:extLst>
            </p:cNvPr>
            <p:cNvGrpSpPr/>
            <p:nvPr/>
          </p:nvGrpSpPr>
          <p:grpSpPr>
            <a:xfrm>
              <a:off x="3124109" y="2118417"/>
              <a:ext cx="348040" cy="462248"/>
              <a:chOff x="5143500" y="2362292"/>
              <a:chExt cx="348040" cy="462248"/>
            </a:xfrm>
          </p:grpSpPr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AADA9AD2-8D6F-F5F0-E7D1-25DC6E0145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43500" y="2476500"/>
                <a:ext cx="348040" cy="348040"/>
              </a:xfrm>
              <a:prstGeom prst="rect">
                <a:avLst/>
              </a:prstGeom>
            </p:spPr>
          </p:pic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A60B22A4-E539-6172-73D9-B30069B9B7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388"/>
              <a:stretch/>
            </p:blipFill>
            <p:spPr>
              <a:xfrm>
                <a:off x="5177915" y="2362292"/>
                <a:ext cx="249990" cy="148137"/>
              </a:xfrm>
              <a:prstGeom prst="rect">
                <a:avLst/>
              </a:prstGeom>
            </p:spPr>
          </p:pic>
        </p:grp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5021597F-8ECB-8178-22C3-636CB09A098D}"/>
                </a:ext>
              </a:extLst>
            </p:cNvPr>
            <p:cNvCxnSpPr>
              <a:stCxn id="113" idx="0"/>
              <a:endCxn id="108" idx="2"/>
            </p:cNvCxnSpPr>
            <p:nvPr/>
          </p:nvCxnSpPr>
          <p:spPr>
            <a:xfrm flipV="1">
              <a:off x="4562476" y="2006708"/>
              <a:ext cx="0" cy="228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BDDAB81A-EE3E-CB7A-03EB-CFC6BEDDC507}"/>
                </a:ext>
              </a:extLst>
            </p:cNvPr>
            <p:cNvCxnSpPr>
              <a:cxnSpLocks/>
              <a:stCxn id="113" idx="2"/>
              <a:endCxn id="112" idx="0"/>
            </p:cNvCxnSpPr>
            <p:nvPr/>
          </p:nvCxnSpPr>
          <p:spPr>
            <a:xfrm>
              <a:off x="4562476" y="2520294"/>
              <a:ext cx="3696" cy="18443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07D8457D-5211-A2E6-86F8-455B3BBDF180}"/>
                </a:ext>
              </a:extLst>
            </p:cNvPr>
            <p:cNvCxnSpPr>
              <a:cxnSpLocks/>
              <a:endCxn id="113" idx="3"/>
            </p:cNvCxnSpPr>
            <p:nvPr/>
          </p:nvCxnSpPr>
          <p:spPr>
            <a:xfrm flipH="1">
              <a:off x="4757966" y="2170374"/>
              <a:ext cx="312234" cy="20722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42DDEC19-4F27-724F-D50B-E3276D191E33}"/>
                </a:ext>
              </a:extLst>
            </p:cNvPr>
            <p:cNvCxnSpPr>
              <a:cxnSpLocks/>
            </p:cNvCxnSpPr>
            <p:nvPr/>
          </p:nvCxnSpPr>
          <p:spPr>
            <a:xfrm>
              <a:off x="4148301" y="2170374"/>
              <a:ext cx="348924" cy="17574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42905829-F542-1B8E-3DA2-263D0E7B6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1648" y="2520296"/>
              <a:ext cx="420027" cy="16365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D3E6A227-5CCE-1D89-0C86-EFCD0AE9DC03}"/>
                </a:ext>
              </a:extLst>
            </p:cNvPr>
            <p:cNvCxnSpPr>
              <a:endCxn id="110" idx="1"/>
            </p:cNvCxnSpPr>
            <p:nvPr/>
          </p:nvCxnSpPr>
          <p:spPr>
            <a:xfrm>
              <a:off x="4699000" y="2520294"/>
              <a:ext cx="277356" cy="1243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BFFE8F9-BBC4-FD96-D73B-60CFB127C6FD}"/>
                </a:ext>
              </a:extLst>
            </p:cNvPr>
            <p:cNvCxnSpPr/>
            <p:nvPr/>
          </p:nvCxnSpPr>
          <p:spPr>
            <a:xfrm flipV="1">
              <a:off x="3344333" y="2170374"/>
              <a:ext cx="440975" cy="17574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C43C7442-F882-BEAA-B567-50743662FBDB}"/>
                </a:ext>
              </a:extLst>
            </p:cNvPr>
            <p:cNvCxnSpPr>
              <a:stCxn id="127" idx="3"/>
              <a:endCxn id="127" idx="3"/>
            </p:cNvCxnSpPr>
            <p:nvPr/>
          </p:nvCxnSpPr>
          <p:spPr>
            <a:xfrm>
              <a:off x="3472149" y="2406645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693FF7D5-49E8-8AE9-AB1E-CD144359E416}"/>
                </a:ext>
              </a:extLst>
            </p:cNvPr>
            <p:cNvCxnSpPr>
              <a:endCxn id="111" idx="1"/>
            </p:cNvCxnSpPr>
            <p:nvPr/>
          </p:nvCxnSpPr>
          <p:spPr>
            <a:xfrm>
              <a:off x="3408514" y="2520294"/>
              <a:ext cx="275920" cy="1243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D3BE1EF3-EFD3-44A2-1C8F-FB7024407E93}"/>
                </a:ext>
              </a:extLst>
            </p:cNvPr>
            <p:cNvCxnSpPr/>
            <p:nvPr/>
          </p:nvCxnSpPr>
          <p:spPr>
            <a:xfrm>
              <a:off x="5329767" y="2170374"/>
              <a:ext cx="410318" cy="1325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ADF6B250-7D1E-1EA2-40D5-DA6CD6350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123" y="2520295"/>
              <a:ext cx="560410" cy="13186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图片 130">
            <a:extLst>
              <a:ext uri="{FF2B5EF4-FFF2-40B4-BE49-F238E27FC236}">
                <a16:creationId xmlns:a16="http://schemas.microsoft.com/office/drawing/2014/main" id="{BC6B0979-6BAD-03F8-1F1E-B7A99D5818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030" y="592761"/>
            <a:ext cx="376781" cy="376781"/>
          </a:xfrm>
          <a:prstGeom prst="rect">
            <a:avLst/>
          </a:prstGeom>
        </p:spPr>
      </p:pic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733C21B3-39BB-202E-F76E-D7E78DF9039E}"/>
              </a:ext>
            </a:extLst>
          </p:cNvPr>
          <p:cNvGrpSpPr/>
          <p:nvPr/>
        </p:nvGrpSpPr>
        <p:grpSpPr>
          <a:xfrm>
            <a:off x="4410762" y="1551631"/>
            <a:ext cx="2155029" cy="1687993"/>
            <a:chOff x="4410762" y="1551631"/>
            <a:chExt cx="2155029" cy="1687993"/>
          </a:xfrm>
        </p:grpSpPr>
        <p:pic>
          <p:nvPicPr>
            <p:cNvPr id="133" name="图片 132">
              <a:extLst>
                <a:ext uri="{FF2B5EF4-FFF2-40B4-BE49-F238E27FC236}">
                  <a16:creationId xmlns:a16="http://schemas.microsoft.com/office/drawing/2014/main" id="{F39C6C63-0ECC-E598-6686-BF556FEAF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830" y="2251875"/>
              <a:ext cx="264833" cy="264833"/>
            </a:xfrm>
            <a:prstGeom prst="rect">
              <a:avLst/>
            </a:prstGeom>
          </p:spPr>
        </p:pic>
        <p:pic>
          <p:nvPicPr>
            <p:cNvPr id="134" name="图片 133">
              <a:extLst>
                <a:ext uri="{FF2B5EF4-FFF2-40B4-BE49-F238E27FC236}">
                  <a16:creationId xmlns:a16="http://schemas.microsoft.com/office/drawing/2014/main" id="{9B5BB8C2-B47B-4540-1992-D692DD7AD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832" y="1551631"/>
              <a:ext cx="450299" cy="450299"/>
            </a:xfrm>
            <a:prstGeom prst="rect">
              <a:avLst/>
            </a:prstGeom>
          </p:spPr>
        </p:pic>
        <p:pic>
          <p:nvPicPr>
            <p:cNvPr id="135" name="图片 134">
              <a:extLst>
                <a:ext uri="{FF2B5EF4-FFF2-40B4-BE49-F238E27FC236}">
                  <a16:creationId xmlns:a16="http://schemas.microsoft.com/office/drawing/2014/main" id="{0A594673-40FD-496F-019F-3B6D36A31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3454" y="2527124"/>
              <a:ext cx="299311" cy="376781"/>
            </a:xfrm>
            <a:prstGeom prst="rect">
              <a:avLst/>
            </a:prstGeom>
          </p:spPr>
        </p:pic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5634649B-E98F-D657-B7A1-FD9EAAC55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5424" y="1800954"/>
              <a:ext cx="401953" cy="401953"/>
            </a:xfrm>
            <a:prstGeom prst="rect">
              <a:avLst/>
            </a:prstGeom>
          </p:spPr>
        </p:pic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5EFA6F54-783C-C088-7983-E98D9F018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8786" y="2161750"/>
              <a:ext cx="457005" cy="457005"/>
            </a:xfrm>
            <a:prstGeom prst="rect">
              <a:avLst/>
            </a:prstGeom>
          </p:spPr>
        </p:pic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78225F79-2CCA-CD14-D34C-0B374AA98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6855" y="2862843"/>
              <a:ext cx="376781" cy="376781"/>
            </a:xfrm>
            <a:prstGeom prst="rect">
              <a:avLst/>
            </a:prstGeom>
          </p:spPr>
        </p:pic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4E0B6E60-BC91-8134-FE63-06A566071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5937" y="2590543"/>
              <a:ext cx="332494" cy="332494"/>
            </a:xfrm>
            <a:prstGeom prst="rect">
              <a:avLst/>
            </a:prstGeom>
          </p:spPr>
        </p:pic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07993346-2447-A298-080D-9C9745D5F08A}"/>
                </a:ext>
              </a:extLst>
            </p:cNvPr>
            <p:cNvCxnSpPr>
              <a:stCxn id="133" idx="2"/>
              <a:endCxn id="138" idx="0"/>
            </p:cNvCxnSpPr>
            <p:nvPr/>
          </p:nvCxnSpPr>
          <p:spPr>
            <a:xfrm flipH="1">
              <a:off x="5505246" y="2516708"/>
              <a:ext cx="1" cy="34613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1" name="图片 140">
              <a:extLst>
                <a:ext uri="{FF2B5EF4-FFF2-40B4-BE49-F238E27FC236}">
                  <a16:creationId xmlns:a16="http://schemas.microsoft.com/office/drawing/2014/main" id="{3AC1B83A-4D3E-CB12-8181-FBBAC208C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0762" y="2161750"/>
              <a:ext cx="457005" cy="457005"/>
            </a:xfrm>
            <a:prstGeom prst="rect">
              <a:avLst/>
            </a:prstGeom>
          </p:spPr>
        </p:pic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16F5856F-F146-3E93-D488-BAEB0B083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1451" y="1800954"/>
              <a:ext cx="401953" cy="401953"/>
            </a:xfrm>
            <a:prstGeom prst="rect">
              <a:avLst/>
            </a:prstGeom>
          </p:spPr>
        </p:pic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DA9136D4-7718-7D11-9259-9FC0EFA15D14}"/>
                </a:ext>
              </a:extLst>
            </p:cNvPr>
            <p:cNvCxnSpPr>
              <a:cxnSpLocks/>
              <a:endCxn id="139" idx="0"/>
            </p:cNvCxnSpPr>
            <p:nvPr/>
          </p:nvCxnSpPr>
          <p:spPr>
            <a:xfrm flipH="1">
              <a:off x="5122184" y="2487012"/>
              <a:ext cx="263794" cy="10353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2FAC05FF-0AE5-F221-CC6B-59CC68459D9C}"/>
                </a:ext>
              </a:extLst>
            </p:cNvPr>
            <p:cNvCxnSpPr>
              <a:cxnSpLocks/>
            </p:cNvCxnSpPr>
            <p:nvPr/>
          </p:nvCxnSpPr>
          <p:spPr>
            <a:xfrm>
              <a:off x="5615035" y="2463421"/>
              <a:ext cx="204574" cy="12059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F2ECCC14-5822-3783-F89A-EAB74E295ACC}"/>
                </a:ext>
              </a:extLst>
            </p:cNvPr>
            <p:cNvCxnSpPr>
              <a:cxnSpLocks/>
              <a:stCxn id="133" idx="1"/>
              <a:endCxn id="141" idx="3"/>
            </p:cNvCxnSpPr>
            <p:nvPr/>
          </p:nvCxnSpPr>
          <p:spPr>
            <a:xfrm flipH="1">
              <a:off x="4867767" y="2384292"/>
              <a:ext cx="505063" cy="59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677003DE-1F4E-19B5-E2F6-51240E8EBB7A}"/>
                </a:ext>
              </a:extLst>
            </p:cNvPr>
            <p:cNvCxnSpPr/>
            <p:nvPr/>
          </p:nvCxnSpPr>
          <p:spPr>
            <a:xfrm>
              <a:off x="5066030" y="2082800"/>
              <a:ext cx="301371" cy="1690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0EB23ADD-F5C6-A1F7-F8DD-6089BB3B5004}"/>
                </a:ext>
              </a:extLst>
            </p:cNvPr>
            <p:cNvCxnSpPr>
              <a:cxnSpLocks/>
              <a:stCxn id="137" idx="1"/>
              <a:endCxn id="133" idx="3"/>
            </p:cNvCxnSpPr>
            <p:nvPr/>
          </p:nvCxnSpPr>
          <p:spPr>
            <a:xfrm flipH="1" flipV="1">
              <a:off x="5637663" y="2384292"/>
              <a:ext cx="471123" cy="59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2A5DF1F2-23F0-FA7F-B21C-2E7F897049DE}"/>
                </a:ext>
              </a:extLst>
            </p:cNvPr>
            <p:cNvCxnSpPr/>
            <p:nvPr/>
          </p:nvCxnSpPr>
          <p:spPr>
            <a:xfrm flipH="1">
              <a:off x="5637663" y="2082800"/>
              <a:ext cx="305446" cy="1690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005B21DE-399F-58DF-D60F-415ADF20E433}"/>
                </a:ext>
              </a:extLst>
            </p:cNvPr>
            <p:cNvCxnSpPr>
              <a:stCxn id="134" idx="2"/>
              <a:endCxn id="133" idx="0"/>
            </p:cNvCxnSpPr>
            <p:nvPr/>
          </p:nvCxnSpPr>
          <p:spPr>
            <a:xfrm>
              <a:off x="5501982" y="2001930"/>
              <a:ext cx="3265" cy="24994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0" name="图片 149">
            <a:extLst>
              <a:ext uri="{FF2B5EF4-FFF2-40B4-BE49-F238E27FC236}">
                <a16:creationId xmlns:a16="http://schemas.microsoft.com/office/drawing/2014/main" id="{08F91677-7863-EF75-FF69-D634F6B0C5D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701" y="5607456"/>
            <a:ext cx="588609" cy="588609"/>
          </a:xfrm>
          <a:prstGeom prst="rect">
            <a:avLst/>
          </a:prstGeom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CBBABB6F-D53A-154C-E094-87EC2B9DC8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1693" y="1337623"/>
            <a:ext cx="7624858" cy="3253864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74407F4B-A619-CB48-DBF4-44E4DF92FCC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47766" flipH="1">
            <a:off x="6129013" y="5506695"/>
            <a:ext cx="714872" cy="714872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B46AEFD0-DFA5-7F73-FD36-B7438C0F7CA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65322" y="5963781"/>
            <a:ext cx="229124" cy="232284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5D61817A-957E-5209-9B64-D1CFC18F4540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0" t="17501" r="83894"/>
          <a:stretch/>
        </p:blipFill>
        <p:spPr>
          <a:xfrm>
            <a:off x="2652455" y="5678488"/>
            <a:ext cx="62616" cy="579427"/>
          </a:xfrm>
          <a:prstGeom prst="rect">
            <a:avLst/>
          </a:prstGeom>
        </p:spPr>
      </p:pic>
      <p:pic>
        <p:nvPicPr>
          <p:cNvPr id="155" name="图片 154">
            <a:extLst>
              <a:ext uri="{FF2B5EF4-FFF2-40B4-BE49-F238E27FC236}">
                <a16:creationId xmlns:a16="http://schemas.microsoft.com/office/drawing/2014/main" id="{11B2BFE6-AABC-FEE3-5548-2C98A4359813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0" t="17501" r="83894"/>
          <a:stretch/>
        </p:blipFill>
        <p:spPr>
          <a:xfrm rot="16200000">
            <a:off x="2927296" y="5435319"/>
            <a:ext cx="57457" cy="531689"/>
          </a:xfrm>
          <a:prstGeom prst="rect">
            <a:avLst/>
          </a:prstGeom>
        </p:spPr>
      </p:pic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BE4AD8B6-9C29-CF6A-0684-B223AB892108}"/>
              </a:ext>
            </a:extLst>
          </p:cNvPr>
          <p:cNvGrpSpPr/>
          <p:nvPr/>
        </p:nvGrpSpPr>
        <p:grpSpPr>
          <a:xfrm>
            <a:off x="3031886" y="4574334"/>
            <a:ext cx="494486" cy="478703"/>
            <a:chOff x="3211796" y="4887037"/>
            <a:chExt cx="644477" cy="644477"/>
          </a:xfrm>
        </p:grpSpPr>
        <p:pic>
          <p:nvPicPr>
            <p:cNvPr id="157" name="图片 156">
              <a:extLst>
                <a:ext uri="{FF2B5EF4-FFF2-40B4-BE49-F238E27FC236}">
                  <a16:creationId xmlns:a16="http://schemas.microsoft.com/office/drawing/2014/main" id="{2861B556-6E46-D85A-ED13-9BBDA23A4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796" y="4887037"/>
              <a:ext cx="644477" cy="644477"/>
            </a:xfrm>
            <a:prstGeom prst="rect">
              <a:avLst/>
            </a:prstGeom>
          </p:spPr>
        </p:pic>
        <p:sp>
          <p:nvSpPr>
            <p:cNvPr id="158" name="流程图: 接点 157">
              <a:extLst>
                <a:ext uri="{FF2B5EF4-FFF2-40B4-BE49-F238E27FC236}">
                  <a16:creationId xmlns:a16="http://schemas.microsoft.com/office/drawing/2014/main" id="{462E7CDC-A2D5-2E56-8AAF-5F12E151A86B}"/>
                </a:ext>
              </a:extLst>
            </p:cNvPr>
            <p:cNvSpPr/>
            <p:nvPr/>
          </p:nvSpPr>
          <p:spPr>
            <a:xfrm>
              <a:off x="3497798" y="5012309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流程图: 接点 158">
              <a:extLst>
                <a:ext uri="{FF2B5EF4-FFF2-40B4-BE49-F238E27FC236}">
                  <a16:creationId xmlns:a16="http://schemas.microsoft.com/office/drawing/2014/main" id="{7440028B-4D84-B961-9CA1-94332DCB9FB5}"/>
                </a:ext>
              </a:extLst>
            </p:cNvPr>
            <p:cNvSpPr/>
            <p:nvPr/>
          </p:nvSpPr>
          <p:spPr>
            <a:xfrm>
              <a:off x="3603969" y="5035168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流程图: 接点 159">
              <a:extLst>
                <a:ext uri="{FF2B5EF4-FFF2-40B4-BE49-F238E27FC236}">
                  <a16:creationId xmlns:a16="http://schemas.microsoft.com/office/drawing/2014/main" id="{F951B06A-5A8D-937A-6AD3-9A447D2F2B24}"/>
                </a:ext>
              </a:extLst>
            </p:cNvPr>
            <p:cNvSpPr/>
            <p:nvPr/>
          </p:nvSpPr>
          <p:spPr>
            <a:xfrm rot="539669">
              <a:off x="3393873" y="5054359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3695A98B-96A5-2C44-7BC5-2D355C801007}"/>
                </a:ext>
              </a:extLst>
            </p:cNvPr>
            <p:cNvCxnSpPr>
              <a:cxnSpLocks/>
              <a:stCxn id="160" idx="7"/>
              <a:endCxn id="158" idx="2"/>
            </p:cNvCxnSpPr>
            <p:nvPr/>
          </p:nvCxnSpPr>
          <p:spPr>
            <a:xfrm flipV="1">
              <a:off x="3435225" y="5035169"/>
              <a:ext cx="62573" cy="28611"/>
            </a:xfrm>
            <a:prstGeom prst="line">
              <a:avLst/>
            </a:prstGeom>
            <a:ln>
              <a:solidFill>
                <a:srgbClr val="51515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A328C583-12E3-B2E7-B374-AA888B5DCBCF}"/>
                </a:ext>
              </a:extLst>
            </p:cNvPr>
            <p:cNvCxnSpPr>
              <a:stCxn id="158" idx="6"/>
              <a:endCxn id="159" idx="2"/>
            </p:cNvCxnSpPr>
            <p:nvPr/>
          </p:nvCxnSpPr>
          <p:spPr>
            <a:xfrm>
              <a:off x="3543517" y="5035169"/>
              <a:ext cx="60452" cy="22859"/>
            </a:xfrm>
            <a:prstGeom prst="line">
              <a:avLst/>
            </a:prstGeom>
            <a:ln>
              <a:solidFill>
                <a:srgbClr val="51515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62D4A49C-CF63-7947-B938-03A8B6858D5F}"/>
              </a:ext>
            </a:extLst>
          </p:cNvPr>
          <p:cNvGrpSpPr/>
          <p:nvPr/>
        </p:nvGrpSpPr>
        <p:grpSpPr>
          <a:xfrm>
            <a:off x="518374" y="2076089"/>
            <a:ext cx="916955" cy="2055125"/>
            <a:chOff x="429116" y="2752231"/>
            <a:chExt cx="916955" cy="2055125"/>
          </a:xfrm>
          <a:solidFill>
            <a:srgbClr val="9AC8C2"/>
          </a:solidFill>
        </p:grpSpPr>
        <p:sp>
          <p:nvSpPr>
            <p:cNvPr id="164" name="立方体 163">
              <a:extLst>
                <a:ext uri="{FF2B5EF4-FFF2-40B4-BE49-F238E27FC236}">
                  <a16:creationId xmlns:a16="http://schemas.microsoft.com/office/drawing/2014/main" id="{8C5F689A-99FD-3877-9772-76393439AA0A}"/>
                </a:ext>
              </a:extLst>
            </p:cNvPr>
            <p:cNvSpPr/>
            <p:nvPr/>
          </p:nvSpPr>
          <p:spPr>
            <a:xfrm>
              <a:off x="429116" y="2752231"/>
              <a:ext cx="916955" cy="2055125"/>
            </a:xfrm>
            <a:prstGeom prst="cube">
              <a:avLst>
                <a:gd name="adj" fmla="val 82576"/>
              </a:avLst>
            </a:prstGeom>
            <a:grpFill/>
            <a:ln>
              <a:solidFill>
                <a:schemeClr val="bg1"/>
              </a:solidFill>
            </a:ln>
            <a:effectLst>
              <a:glow rad="127000">
                <a:schemeClr val="bg1">
                  <a:lumMod val="95000"/>
                </a:schemeClr>
              </a:glow>
              <a:outerShdw blurRad="25400" dist="50800" dir="3600000" algn="ctr" rotWithShape="0">
                <a:schemeClr val="bg1">
                  <a:alpha val="43000"/>
                </a:schemeClr>
              </a:outerShdw>
            </a:effectLst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立方体 164">
              <a:extLst>
                <a:ext uri="{FF2B5EF4-FFF2-40B4-BE49-F238E27FC236}">
                  <a16:creationId xmlns:a16="http://schemas.microsoft.com/office/drawing/2014/main" id="{258BE13F-DA6C-0370-FAC7-3BD7535647EF}"/>
                </a:ext>
              </a:extLst>
            </p:cNvPr>
            <p:cNvSpPr/>
            <p:nvPr/>
          </p:nvSpPr>
          <p:spPr>
            <a:xfrm>
              <a:off x="756071" y="3112163"/>
              <a:ext cx="549090" cy="1171536"/>
            </a:xfrm>
            <a:prstGeom prst="cube">
              <a:avLst>
                <a:gd name="adj" fmla="val 82576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7" name="立方体 166">
            <a:extLst>
              <a:ext uri="{FF2B5EF4-FFF2-40B4-BE49-F238E27FC236}">
                <a16:creationId xmlns:a16="http://schemas.microsoft.com/office/drawing/2014/main" id="{CBEF3A14-E2B6-22A6-BAC4-BF1F32C9C11E}"/>
              </a:ext>
            </a:extLst>
          </p:cNvPr>
          <p:cNvSpPr/>
          <p:nvPr/>
        </p:nvSpPr>
        <p:spPr>
          <a:xfrm>
            <a:off x="1474732" y="2443253"/>
            <a:ext cx="628697" cy="1491601"/>
          </a:xfrm>
          <a:prstGeom prst="cube">
            <a:avLst>
              <a:gd name="adj" fmla="val 82408"/>
            </a:avLst>
          </a:prstGeom>
          <a:solidFill>
            <a:srgbClr val="9AC8C2"/>
          </a:solidFill>
          <a:ln>
            <a:solidFill>
              <a:schemeClr val="bg1"/>
            </a:solidFill>
          </a:ln>
          <a:scene3d>
            <a:camera prst="orthographicFront">
              <a:rot lat="0" lon="1200001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41942261-6B4C-BD50-A205-5AC709B6924F}"/>
              </a:ext>
            </a:extLst>
          </p:cNvPr>
          <p:cNvGrpSpPr/>
          <p:nvPr/>
        </p:nvGrpSpPr>
        <p:grpSpPr>
          <a:xfrm>
            <a:off x="2208710" y="2635472"/>
            <a:ext cx="443745" cy="1069697"/>
            <a:chOff x="2329070" y="3220767"/>
            <a:chExt cx="443745" cy="1069697"/>
          </a:xfrm>
          <a:solidFill>
            <a:srgbClr val="9AC8C2"/>
          </a:solidFill>
        </p:grpSpPr>
        <p:sp>
          <p:nvSpPr>
            <p:cNvPr id="170" name="立方体 169">
              <a:extLst>
                <a:ext uri="{FF2B5EF4-FFF2-40B4-BE49-F238E27FC236}">
                  <a16:creationId xmlns:a16="http://schemas.microsoft.com/office/drawing/2014/main" id="{F7C5C2D5-3913-E12B-49B0-E60D7237C353}"/>
                </a:ext>
              </a:extLst>
            </p:cNvPr>
            <p:cNvSpPr/>
            <p:nvPr/>
          </p:nvSpPr>
          <p:spPr>
            <a:xfrm>
              <a:off x="2329070" y="3220767"/>
              <a:ext cx="443745" cy="1069697"/>
            </a:xfrm>
            <a:prstGeom prst="cube">
              <a:avLst>
                <a:gd name="adj" fmla="val 82576"/>
              </a:avLst>
            </a:prstGeom>
            <a:grpFill/>
            <a:ln>
              <a:solidFill>
                <a:schemeClr val="bg1"/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立方体 170">
              <a:extLst>
                <a:ext uri="{FF2B5EF4-FFF2-40B4-BE49-F238E27FC236}">
                  <a16:creationId xmlns:a16="http://schemas.microsoft.com/office/drawing/2014/main" id="{CC6675A5-407F-6897-45F3-F476C7C83602}"/>
                </a:ext>
              </a:extLst>
            </p:cNvPr>
            <p:cNvSpPr/>
            <p:nvPr/>
          </p:nvSpPr>
          <p:spPr>
            <a:xfrm>
              <a:off x="2537893" y="3462904"/>
              <a:ext cx="201769" cy="524981"/>
            </a:xfrm>
            <a:prstGeom prst="cube">
              <a:avLst>
                <a:gd name="adj" fmla="val 664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2" name="图片 171">
            <a:extLst>
              <a:ext uri="{FF2B5EF4-FFF2-40B4-BE49-F238E27FC236}">
                <a16:creationId xmlns:a16="http://schemas.microsoft.com/office/drawing/2014/main" id="{9CCA5D53-1486-4F62-53CB-5F4321CA1BA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418">
            <a:off x="5789441" y="335334"/>
            <a:ext cx="921904" cy="970969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AA777BC9-E67D-C55C-33F1-4CCF36E99FE4}"/>
              </a:ext>
            </a:extLst>
          </p:cNvPr>
          <p:cNvCxnSpPr>
            <a:cxnSpLocks/>
          </p:cNvCxnSpPr>
          <p:nvPr/>
        </p:nvCxnSpPr>
        <p:spPr>
          <a:xfrm>
            <a:off x="1420679" y="2471820"/>
            <a:ext cx="1104476" cy="392075"/>
          </a:xfrm>
          <a:prstGeom prst="line">
            <a:avLst/>
          </a:prstGeom>
          <a:ln w="28575">
            <a:solidFill>
              <a:srgbClr val="9AC8C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AF32D474-0A55-AB2B-5821-8AC701B9489E}"/>
              </a:ext>
            </a:extLst>
          </p:cNvPr>
          <p:cNvCxnSpPr>
            <a:cxnSpLocks/>
          </p:cNvCxnSpPr>
          <p:nvPr/>
        </p:nvCxnSpPr>
        <p:spPr>
          <a:xfrm>
            <a:off x="1411477" y="3180159"/>
            <a:ext cx="73039" cy="6902"/>
          </a:xfrm>
          <a:prstGeom prst="line">
            <a:avLst/>
          </a:prstGeom>
          <a:ln w="28575">
            <a:solidFill>
              <a:srgbClr val="9AC8C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7AE5052F-373E-D91C-7450-3D3322C4094E}"/>
              </a:ext>
            </a:extLst>
          </p:cNvPr>
          <p:cNvCxnSpPr>
            <a:cxnSpLocks/>
          </p:cNvCxnSpPr>
          <p:nvPr/>
        </p:nvCxnSpPr>
        <p:spPr>
          <a:xfrm>
            <a:off x="2090891" y="3242802"/>
            <a:ext cx="109456" cy="14243"/>
          </a:xfrm>
          <a:prstGeom prst="line">
            <a:avLst/>
          </a:prstGeom>
          <a:ln w="28575">
            <a:solidFill>
              <a:srgbClr val="9AC8C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图片 177">
            <a:extLst>
              <a:ext uri="{FF2B5EF4-FFF2-40B4-BE49-F238E27FC236}">
                <a16:creationId xmlns:a16="http://schemas.microsoft.com/office/drawing/2014/main" id="{B1020561-E783-EE88-B803-10AE264B3D4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251" y="4552148"/>
            <a:ext cx="863466" cy="863466"/>
          </a:xfrm>
          <a:prstGeom prst="rect">
            <a:avLst/>
          </a:prstGeom>
        </p:spPr>
      </p:pic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9D529689-4560-EF99-BA87-DFF71FC78313}"/>
              </a:ext>
            </a:extLst>
          </p:cNvPr>
          <p:cNvCxnSpPr>
            <a:cxnSpLocks/>
          </p:cNvCxnSpPr>
          <p:nvPr/>
        </p:nvCxnSpPr>
        <p:spPr>
          <a:xfrm>
            <a:off x="1537296" y="4997932"/>
            <a:ext cx="3637" cy="894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212CF894-0435-40FC-214E-77A2C9BF9F11}"/>
              </a:ext>
            </a:extLst>
          </p:cNvPr>
          <p:cNvSpPr/>
          <p:nvPr/>
        </p:nvSpPr>
        <p:spPr>
          <a:xfrm>
            <a:off x="3680144" y="4333544"/>
            <a:ext cx="914400" cy="943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35E53FFD-D1D6-B24E-E573-D311020F461D}"/>
              </a:ext>
            </a:extLst>
          </p:cNvPr>
          <p:cNvCxnSpPr>
            <a:cxnSpLocks/>
          </p:cNvCxnSpPr>
          <p:nvPr/>
        </p:nvCxnSpPr>
        <p:spPr>
          <a:xfrm>
            <a:off x="3674078" y="4638302"/>
            <a:ext cx="9331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C6D6458F-A950-EA37-35A9-F37C80F84B83}"/>
              </a:ext>
            </a:extLst>
          </p:cNvPr>
          <p:cNvCxnSpPr/>
          <p:nvPr/>
        </p:nvCxnSpPr>
        <p:spPr>
          <a:xfrm>
            <a:off x="3710132" y="4627877"/>
            <a:ext cx="0" cy="582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图片 182">
            <a:extLst>
              <a:ext uri="{FF2B5EF4-FFF2-40B4-BE49-F238E27FC236}">
                <a16:creationId xmlns:a16="http://schemas.microsoft.com/office/drawing/2014/main" id="{19237386-75A9-ED91-ADF8-8959F0B094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26" y="5053037"/>
            <a:ext cx="304215" cy="304215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01C5F169-E043-73CF-DCE7-B6B6CE0ACA7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35" y="4339963"/>
            <a:ext cx="401543" cy="401543"/>
          </a:xfrm>
          <a:prstGeom prst="rect">
            <a:avLst/>
          </a:prstGeom>
        </p:spPr>
      </p:pic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74080C9C-0191-D922-63FD-D5C0385084E6}"/>
              </a:ext>
            </a:extLst>
          </p:cNvPr>
          <p:cNvGrpSpPr/>
          <p:nvPr/>
        </p:nvGrpSpPr>
        <p:grpSpPr>
          <a:xfrm>
            <a:off x="4361901" y="5412515"/>
            <a:ext cx="812188" cy="644745"/>
            <a:chOff x="4361901" y="5412515"/>
            <a:chExt cx="812188" cy="644745"/>
          </a:xfrm>
        </p:grpSpPr>
        <p:pic>
          <p:nvPicPr>
            <p:cNvPr id="186" name="图片 185">
              <a:extLst>
                <a:ext uri="{FF2B5EF4-FFF2-40B4-BE49-F238E27FC236}">
                  <a16:creationId xmlns:a16="http://schemas.microsoft.com/office/drawing/2014/main" id="{F7CF240F-07CC-A3A2-A2C6-E2616FB66E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17" t="54888" r="8773" b="9070"/>
            <a:stretch/>
          </p:blipFill>
          <p:spPr>
            <a:xfrm>
              <a:off x="5006646" y="5842911"/>
              <a:ext cx="167443" cy="175899"/>
            </a:xfrm>
            <a:prstGeom prst="rect">
              <a:avLst/>
            </a:prstGeom>
          </p:spPr>
        </p:pic>
        <p:pic>
          <p:nvPicPr>
            <p:cNvPr id="187" name="图片 186">
              <a:extLst>
                <a:ext uri="{FF2B5EF4-FFF2-40B4-BE49-F238E27FC236}">
                  <a16:creationId xmlns:a16="http://schemas.microsoft.com/office/drawing/2014/main" id="{66B1DAA9-60F4-C457-4096-00B17FEFC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901" y="5412515"/>
              <a:ext cx="644745" cy="644745"/>
            </a:xfrm>
            <a:prstGeom prst="rect">
              <a:avLst/>
            </a:prstGeom>
          </p:spPr>
        </p:pic>
      </p:grpSp>
      <p:sp>
        <p:nvSpPr>
          <p:cNvPr id="2" name="立方体 1">
            <a:extLst>
              <a:ext uri="{FF2B5EF4-FFF2-40B4-BE49-F238E27FC236}">
                <a16:creationId xmlns:a16="http://schemas.microsoft.com/office/drawing/2014/main" id="{E8D013A8-CFEE-E3CA-69F5-39C8171CBAFB}"/>
              </a:ext>
            </a:extLst>
          </p:cNvPr>
          <p:cNvSpPr/>
          <p:nvPr/>
        </p:nvSpPr>
        <p:spPr>
          <a:xfrm>
            <a:off x="1774163" y="2770246"/>
            <a:ext cx="294305" cy="754029"/>
          </a:xfrm>
          <a:prstGeom prst="cube">
            <a:avLst>
              <a:gd name="adj" fmla="val 664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scene3d>
            <a:camera prst="orthographicFront">
              <a:rot lat="0" lon="1200001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4763675F-579F-A4A7-29EE-32CE7A666521}"/>
              </a:ext>
            </a:extLst>
          </p:cNvPr>
          <p:cNvCxnSpPr>
            <a:cxnSpLocks/>
          </p:cNvCxnSpPr>
          <p:nvPr/>
        </p:nvCxnSpPr>
        <p:spPr>
          <a:xfrm>
            <a:off x="1037932" y="2899508"/>
            <a:ext cx="1376585" cy="103207"/>
          </a:xfrm>
          <a:prstGeom prst="line">
            <a:avLst/>
          </a:prstGeom>
          <a:ln w="28575">
            <a:solidFill>
              <a:srgbClr val="9AC8C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5FE8B203-AF64-DB94-8A39-7DCC69816387}"/>
              </a:ext>
            </a:extLst>
          </p:cNvPr>
          <p:cNvCxnSpPr>
            <a:cxnSpLocks/>
          </p:cNvCxnSpPr>
          <p:nvPr/>
        </p:nvCxnSpPr>
        <p:spPr>
          <a:xfrm flipV="1">
            <a:off x="976852" y="3395865"/>
            <a:ext cx="1429847" cy="198177"/>
          </a:xfrm>
          <a:prstGeom prst="line">
            <a:avLst/>
          </a:prstGeom>
          <a:ln w="28575">
            <a:solidFill>
              <a:srgbClr val="9AC8C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194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1973-53EC-0642-A3BC-EFE7937A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B23A2B1-63E9-81E9-F4F5-DD8B14EFA679}"/>
              </a:ext>
            </a:extLst>
          </p:cNvPr>
          <p:cNvGrpSpPr>
            <a:grpSpLocks noChangeAspect="1"/>
          </p:cNvGrpSpPr>
          <p:nvPr/>
        </p:nvGrpSpPr>
        <p:grpSpPr>
          <a:xfrm>
            <a:off x="5368250" y="3649598"/>
            <a:ext cx="1135162" cy="978916"/>
            <a:chOff x="3940812" y="1782622"/>
            <a:chExt cx="3158417" cy="272369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A143D61-08F6-6AC9-8B53-29A2D7FC3000}"/>
                </a:ext>
              </a:extLst>
            </p:cNvPr>
            <p:cNvGrpSpPr/>
            <p:nvPr/>
          </p:nvGrpSpPr>
          <p:grpSpPr>
            <a:xfrm>
              <a:off x="3940812" y="1782622"/>
              <a:ext cx="1336040" cy="1143000"/>
              <a:chOff x="3723640" y="1930400"/>
              <a:chExt cx="1336040" cy="1143000"/>
            </a:xfrm>
          </p:grpSpPr>
          <p:sp>
            <p:nvSpPr>
              <p:cNvPr id="23" name="流程图: 接点 22">
                <a:extLst>
                  <a:ext uri="{FF2B5EF4-FFF2-40B4-BE49-F238E27FC236}">
                    <a16:creationId xmlns:a16="http://schemas.microsoft.com/office/drawing/2014/main" id="{C2462DAB-B707-24E6-F967-97E85AE39508}"/>
                  </a:ext>
                </a:extLst>
              </p:cNvPr>
              <p:cNvSpPr/>
              <p:nvPr/>
            </p:nvSpPr>
            <p:spPr>
              <a:xfrm>
                <a:off x="3723640" y="2616200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流程图: 接点 23">
                <a:extLst>
                  <a:ext uri="{FF2B5EF4-FFF2-40B4-BE49-F238E27FC236}">
                    <a16:creationId xmlns:a16="http://schemas.microsoft.com/office/drawing/2014/main" id="{7287E1C4-67D3-5AFB-E20E-06844FAECF75}"/>
                  </a:ext>
                </a:extLst>
              </p:cNvPr>
              <p:cNvSpPr/>
              <p:nvPr/>
            </p:nvSpPr>
            <p:spPr>
              <a:xfrm rot="20871791">
                <a:off x="3952240" y="1930400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流程图: 接点 24">
                <a:extLst>
                  <a:ext uri="{FF2B5EF4-FFF2-40B4-BE49-F238E27FC236}">
                    <a16:creationId xmlns:a16="http://schemas.microsoft.com/office/drawing/2014/main" id="{D0AB0994-1DBE-D8DF-C50D-66A4F9A99FCC}"/>
                  </a:ext>
                </a:extLst>
              </p:cNvPr>
              <p:cNvSpPr/>
              <p:nvPr/>
            </p:nvSpPr>
            <p:spPr>
              <a:xfrm>
                <a:off x="4602480" y="2387600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5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C1A0C84E-BF8D-7179-A7FA-09EC9FF8A3C4}"/>
                  </a:ext>
                </a:extLst>
              </p:cNvPr>
              <p:cNvCxnSpPr>
                <a:cxnSpLocks/>
                <a:stCxn id="24" idx="5"/>
                <a:endCxn id="25" idx="1"/>
              </p:cNvCxnSpPr>
              <p:nvPr/>
            </p:nvCxnSpPr>
            <p:spPr>
              <a:xfrm>
                <a:off x="4372857" y="2283047"/>
                <a:ext cx="296578" cy="171508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F24E3E78-2B17-8E5F-EB21-D803E6190B38}"/>
                  </a:ext>
                </a:extLst>
              </p:cNvPr>
              <p:cNvCxnSpPr>
                <a:stCxn id="24" idx="3"/>
                <a:endCxn id="23" idx="0"/>
              </p:cNvCxnSpPr>
              <p:nvPr/>
            </p:nvCxnSpPr>
            <p:spPr>
              <a:xfrm flipH="1">
                <a:off x="3952240" y="2351017"/>
                <a:ext cx="104553" cy="26518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5F0DED7-02E3-5983-5918-30FC1D005FA3}"/>
                  </a:ext>
                </a:extLst>
              </p:cNvPr>
              <p:cNvCxnSpPr>
                <a:stCxn id="23" idx="6"/>
                <a:endCxn id="25" idx="3"/>
              </p:cNvCxnSpPr>
              <p:nvPr/>
            </p:nvCxnSpPr>
            <p:spPr>
              <a:xfrm flipV="1">
                <a:off x="4180840" y="2777845"/>
                <a:ext cx="488595" cy="6695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9A9CEF5-7EC0-26DF-5E1F-19D42F49B641}"/>
                </a:ext>
              </a:extLst>
            </p:cNvPr>
            <p:cNvGrpSpPr/>
            <p:nvPr/>
          </p:nvGrpSpPr>
          <p:grpSpPr>
            <a:xfrm rot="599677">
              <a:off x="4851937" y="3327757"/>
              <a:ext cx="1207483" cy="1178559"/>
              <a:chOff x="5125722" y="3530601"/>
              <a:chExt cx="1207483" cy="1178559"/>
            </a:xfrm>
          </p:grpSpPr>
          <p:sp>
            <p:nvSpPr>
              <p:cNvPr id="17" name="流程图: 接点 16">
                <a:extLst>
                  <a:ext uri="{FF2B5EF4-FFF2-40B4-BE49-F238E27FC236}">
                    <a16:creationId xmlns:a16="http://schemas.microsoft.com/office/drawing/2014/main" id="{4CE75AE8-AF1D-9DE1-25D1-48C2EE15425D}"/>
                  </a:ext>
                </a:extLst>
              </p:cNvPr>
              <p:cNvSpPr/>
              <p:nvPr/>
            </p:nvSpPr>
            <p:spPr>
              <a:xfrm>
                <a:off x="5354322" y="4251960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流程图: 接点 17">
                <a:extLst>
                  <a:ext uri="{FF2B5EF4-FFF2-40B4-BE49-F238E27FC236}">
                    <a16:creationId xmlns:a16="http://schemas.microsoft.com/office/drawing/2014/main" id="{CDDA8A39-9EC1-9578-BA32-F7195202ED30}"/>
                  </a:ext>
                </a:extLst>
              </p:cNvPr>
              <p:cNvSpPr/>
              <p:nvPr/>
            </p:nvSpPr>
            <p:spPr>
              <a:xfrm>
                <a:off x="5125722" y="3530601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6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流程图: 接点 18">
                <a:extLst>
                  <a:ext uri="{FF2B5EF4-FFF2-40B4-BE49-F238E27FC236}">
                    <a16:creationId xmlns:a16="http://schemas.microsoft.com/office/drawing/2014/main" id="{5616AF10-A6CF-287A-DB27-910AF65637B3}"/>
                  </a:ext>
                </a:extLst>
              </p:cNvPr>
              <p:cNvSpPr/>
              <p:nvPr/>
            </p:nvSpPr>
            <p:spPr>
              <a:xfrm>
                <a:off x="5876005" y="3568961"/>
                <a:ext cx="457200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ECA5608-EBE0-3DF8-B54C-EED0CF870644}"/>
                  </a:ext>
                </a:extLst>
              </p:cNvPr>
              <p:cNvCxnSpPr>
                <a:stCxn id="18" idx="4"/>
                <a:endCxn id="17" idx="1"/>
              </p:cNvCxnSpPr>
              <p:nvPr/>
            </p:nvCxnSpPr>
            <p:spPr>
              <a:xfrm>
                <a:off x="5354322" y="3987801"/>
                <a:ext cx="66955" cy="33111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60C68860-5194-DE7D-BF83-2F2AEF844857}"/>
                  </a:ext>
                </a:extLst>
              </p:cNvPr>
              <p:cNvCxnSpPr>
                <a:cxnSpLocks/>
                <a:stCxn id="18" idx="6"/>
                <a:endCxn id="19" idx="2"/>
              </p:cNvCxnSpPr>
              <p:nvPr/>
            </p:nvCxnSpPr>
            <p:spPr>
              <a:xfrm>
                <a:off x="5588475" y="3734059"/>
                <a:ext cx="281977" cy="88643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0432326D-7747-6728-F713-F16E5FD4E67F}"/>
                  </a:ext>
                </a:extLst>
              </p:cNvPr>
              <p:cNvCxnSpPr>
                <a:stCxn id="17" idx="7"/>
                <a:endCxn id="19" idx="3"/>
              </p:cNvCxnSpPr>
              <p:nvPr/>
            </p:nvCxnSpPr>
            <p:spPr>
              <a:xfrm flipV="1">
                <a:off x="5714857" y="3979151"/>
                <a:ext cx="257812" cy="31981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8FEC0B4-DB40-ADBF-E3D6-93EF87D64F69}"/>
                </a:ext>
              </a:extLst>
            </p:cNvPr>
            <p:cNvGrpSpPr/>
            <p:nvPr/>
          </p:nvGrpSpPr>
          <p:grpSpPr>
            <a:xfrm rot="18909870">
              <a:off x="5666671" y="1831624"/>
              <a:ext cx="1432558" cy="1193800"/>
              <a:chOff x="7325362" y="1605280"/>
              <a:chExt cx="1432558" cy="1193800"/>
            </a:xfrm>
          </p:grpSpPr>
          <p:sp>
            <p:nvSpPr>
              <p:cNvPr id="11" name="流程图: 接点 10">
                <a:extLst>
                  <a:ext uri="{FF2B5EF4-FFF2-40B4-BE49-F238E27FC236}">
                    <a16:creationId xmlns:a16="http://schemas.microsoft.com/office/drawing/2014/main" id="{3AE05635-EA2B-977E-6FBA-E0E558DAF75F}"/>
                  </a:ext>
                </a:extLst>
              </p:cNvPr>
              <p:cNvSpPr/>
              <p:nvPr/>
            </p:nvSpPr>
            <p:spPr>
              <a:xfrm>
                <a:off x="7553962" y="1605280"/>
                <a:ext cx="457200" cy="457200"/>
              </a:xfrm>
              <a:prstGeom prst="flowChartConnector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流程图: 接点 11">
                <a:extLst>
                  <a:ext uri="{FF2B5EF4-FFF2-40B4-BE49-F238E27FC236}">
                    <a16:creationId xmlns:a16="http://schemas.microsoft.com/office/drawing/2014/main" id="{494F2758-3FA9-5864-6C24-AA6751BB8A89}"/>
                  </a:ext>
                </a:extLst>
              </p:cNvPr>
              <p:cNvSpPr/>
              <p:nvPr/>
            </p:nvSpPr>
            <p:spPr>
              <a:xfrm>
                <a:off x="8300720" y="2159000"/>
                <a:ext cx="457200" cy="457200"/>
              </a:xfrm>
              <a:prstGeom prst="flowChartConnector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流程图: 接点 12">
                <a:extLst>
                  <a:ext uri="{FF2B5EF4-FFF2-40B4-BE49-F238E27FC236}">
                    <a16:creationId xmlns:a16="http://schemas.microsoft.com/office/drawing/2014/main" id="{47EAAEC6-B217-30F4-4545-552BD8FA5644}"/>
                  </a:ext>
                </a:extLst>
              </p:cNvPr>
              <p:cNvSpPr/>
              <p:nvPr/>
            </p:nvSpPr>
            <p:spPr>
              <a:xfrm>
                <a:off x="7325362" y="2341880"/>
                <a:ext cx="457200" cy="457200"/>
              </a:xfrm>
              <a:prstGeom prst="flowChartConnector">
                <a:avLst/>
              </a:prstGeom>
              <a:pattFill prst="narVert">
                <a:fgClr>
                  <a:schemeClr val="accent4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2E611AB9-A5F7-88AA-A7D7-9A719EB0EC9C}"/>
                  </a:ext>
                </a:extLst>
              </p:cNvPr>
              <p:cNvCxnSpPr>
                <a:cxnSpLocks/>
                <a:stCxn id="11" idx="3"/>
                <a:endCxn id="13" idx="0"/>
              </p:cNvCxnSpPr>
              <p:nvPr/>
            </p:nvCxnSpPr>
            <p:spPr>
              <a:xfrm rot="1761789">
                <a:off x="7531700" y="2001358"/>
                <a:ext cx="111480" cy="33468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A984CF3-BF31-95BE-DAB9-D77E615439E8}"/>
                  </a:ext>
                </a:extLst>
              </p:cNvPr>
              <p:cNvCxnSpPr>
                <a:cxnSpLocks/>
                <a:stCxn id="11" idx="6"/>
                <a:endCxn id="12" idx="1"/>
              </p:cNvCxnSpPr>
              <p:nvPr/>
            </p:nvCxnSpPr>
            <p:spPr>
              <a:xfrm>
                <a:off x="8011162" y="1833880"/>
                <a:ext cx="356513" cy="392075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BAFAC5C2-C68E-DA03-87CC-382567D03726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 flipV="1">
                <a:off x="7782562" y="2387600"/>
                <a:ext cx="518158" cy="18288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B8F3BF7-E505-D8BD-2F6C-DA889C39C380}"/>
                </a:ext>
              </a:extLst>
            </p:cNvPr>
            <p:cNvCxnSpPr>
              <a:cxnSpLocks/>
              <a:stCxn id="25" idx="6"/>
              <a:endCxn id="11" idx="1"/>
            </p:cNvCxnSpPr>
            <p:nvPr/>
          </p:nvCxnSpPr>
          <p:spPr>
            <a:xfrm flipV="1">
              <a:off x="5276852" y="2349364"/>
              <a:ext cx="434098" cy="1190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8CB3FF0-5647-AF0B-795D-AC178E21A87E}"/>
                </a:ext>
              </a:extLst>
            </p:cNvPr>
            <p:cNvCxnSpPr>
              <a:stCxn id="25" idx="4"/>
              <a:endCxn id="18" idx="0"/>
            </p:cNvCxnSpPr>
            <p:nvPr/>
          </p:nvCxnSpPr>
          <p:spPr>
            <a:xfrm>
              <a:off x="5048252" y="2697022"/>
              <a:ext cx="140251" cy="574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AB9DD47-B134-DD05-DF25-EAD7D4E9487D}"/>
                </a:ext>
              </a:extLst>
            </p:cNvPr>
            <p:cNvCxnSpPr>
              <a:cxnSpLocks/>
              <a:stCxn id="13" idx="3"/>
              <a:endCxn id="19" idx="7"/>
            </p:cNvCxnSpPr>
            <p:nvPr/>
          </p:nvCxnSpPr>
          <p:spPr>
            <a:xfrm flipH="1">
              <a:off x="6068313" y="3262148"/>
              <a:ext cx="227830" cy="2714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09006F7-BDA8-57C2-20BB-B623FD0193E7}"/>
              </a:ext>
            </a:extLst>
          </p:cNvPr>
          <p:cNvGrpSpPr/>
          <p:nvPr/>
        </p:nvGrpSpPr>
        <p:grpSpPr>
          <a:xfrm>
            <a:off x="6922639" y="3609816"/>
            <a:ext cx="714531" cy="793283"/>
            <a:chOff x="1944913" y="2840877"/>
            <a:chExt cx="714531" cy="793283"/>
          </a:xfrm>
        </p:grpSpPr>
        <p:sp>
          <p:nvSpPr>
            <p:cNvPr id="30" name="流程图: 接点 29">
              <a:extLst>
                <a:ext uri="{FF2B5EF4-FFF2-40B4-BE49-F238E27FC236}">
                  <a16:creationId xmlns:a16="http://schemas.microsoft.com/office/drawing/2014/main" id="{7F0E590F-112A-EEE0-084E-83E1E6C07A1F}"/>
                </a:ext>
              </a:extLst>
            </p:cNvPr>
            <p:cNvSpPr/>
            <p:nvPr/>
          </p:nvSpPr>
          <p:spPr>
            <a:xfrm rot="20871791">
              <a:off x="2190910" y="2893891"/>
              <a:ext cx="164322" cy="16432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流程图: 接点 30">
              <a:extLst>
                <a:ext uri="{FF2B5EF4-FFF2-40B4-BE49-F238E27FC236}">
                  <a16:creationId xmlns:a16="http://schemas.microsoft.com/office/drawing/2014/main" id="{F4570AD7-8899-1E56-369C-CC54AB8A84B7}"/>
                </a:ext>
              </a:extLst>
            </p:cNvPr>
            <p:cNvSpPr/>
            <p:nvPr/>
          </p:nvSpPr>
          <p:spPr>
            <a:xfrm rot="20871791">
              <a:off x="1944913" y="3157464"/>
              <a:ext cx="164322" cy="164321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流程图: 接点 31">
              <a:extLst>
                <a:ext uri="{FF2B5EF4-FFF2-40B4-BE49-F238E27FC236}">
                  <a16:creationId xmlns:a16="http://schemas.microsoft.com/office/drawing/2014/main" id="{EF3E000C-4477-F95F-DD74-D04099B21F98}"/>
                </a:ext>
              </a:extLst>
            </p:cNvPr>
            <p:cNvSpPr/>
            <p:nvPr/>
          </p:nvSpPr>
          <p:spPr>
            <a:xfrm rot="20871791">
              <a:off x="2414797" y="3157464"/>
              <a:ext cx="164322" cy="164321"/>
            </a:xfrm>
            <a:prstGeom prst="flowChartConnector">
              <a:avLst/>
            </a:prstGeom>
            <a:pattFill prst="narVert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流程图: 接点 32">
              <a:extLst>
                <a:ext uri="{FF2B5EF4-FFF2-40B4-BE49-F238E27FC236}">
                  <a16:creationId xmlns:a16="http://schemas.microsoft.com/office/drawing/2014/main" id="{6F1AC3EE-1390-20CF-B74C-92EEE32B78EC}"/>
                </a:ext>
              </a:extLst>
            </p:cNvPr>
            <p:cNvSpPr/>
            <p:nvPr/>
          </p:nvSpPr>
          <p:spPr>
            <a:xfrm rot="20871791">
              <a:off x="1995714" y="3469839"/>
              <a:ext cx="164322" cy="164321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流程图: 接点 33">
              <a:extLst>
                <a:ext uri="{FF2B5EF4-FFF2-40B4-BE49-F238E27FC236}">
                  <a16:creationId xmlns:a16="http://schemas.microsoft.com/office/drawing/2014/main" id="{04F16155-DC04-BCCE-5402-2BF735F31BE5}"/>
                </a:ext>
              </a:extLst>
            </p:cNvPr>
            <p:cNvSpPr/>
            <p:nvPr/>
          </p:nvSpPr>
          <p:spPr>
            <a:xfrm rot="20871791">
              <a:off x="2386107" y="3469839"/>
              <a:ext cx="164322" cy="164321"/>
            </a:xfrm>
            <a:prstGeom prst="flowChartConnector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C679BC4-9F4F-33C2-2004-AA02E91363BA}"/>
                </a:ext>
              </a:extLst>
            </p:cNvPr>
            <p:cNvCxnSpPr>
              <a:cxnSpLocks/>
              <a:stCxn id="30" idx="3"/>
              <a:endCxn id="31" idx="7"/>
            </p:cNvCxnSpPr>
            <p:nvPr/>
          </p:nvCxnSpPr>
          <p:spPr>
            <a:xfrm flipH="1">
              <a:off x="2071658" y="3045064"/>
              <a:ext cx="156829" cy="12554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A84467A-71A0-CBD2-ABBF-EBE7DA00E781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2044348" y="3319949"/>
              <a:ext cx="16253" cy="1517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841A58A-1F0D-6AE2-69FB-40183D019C28}"/>
                </a:ext>
              </a:extLst>
            </p:cNvPr>
            <p:cNvCxnSpPr>
              <a:stCxn id="30" idx="5"/>
              <a:endCxn id="32" idx="0"/>
            </p:cNvCxnSpPr>
            <p:nvPr/>
          </p:nvCxnSpPr>
          <p:spPr>
            <a:xfrm>
              <a:off x="2342084" y="3020635"/>
              <a:ext cx="137600" cy="13866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04BE9B5-A3EC-7C0A-F9C3-15A9E23E14CC}"/>
                </a:ext>
              </a:extLst>
            </p:cNvPr>
            <p:cNvCxnSpPr>
              <a:stCxn id="32" idx="4"/>
              <a:endCxn id="34" idx="7"/>
            </p:cNvCxnSpPr>
            <p:nvPr/>
          </p:nvCxnSpPr>
          <p:spPr>
            <a:xfrm flipH="1">
              <a:off x="2512852" y="3319949"/>
              <a:ext cx="1380" cy="16303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4A6E2873-9A93-2498-2E0E-88DF3A49A6B2}"/>
                </a:ext>
              </a:extLst>
            </p:cNvPr>
            <p:cNvCxnSpPr>
              <a:stCxn id="33" idx="7"/>
              <a:endCxn id="32" idx="2"/>
            </p:cNvCxnSpPr>
            <p:nvPr/>
          </p:nvCxnSpPr>
          <p:spPr>
            <a:xfrm flipV="1">
              <a:off x="2122459" y="3256899"/>
              <a:ext cx="294175" cy="226088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流程图: 接点 39">
              <a:extLst>
                <a:ext uri="{FF2B5EF4-FFF2-40B4-BE49-F238E27FC236}">
                  <a16:creationId xmlns:a16="http://schemas.microsoft.com/office/drawing/2014/main" id="{CC4CDDFD-A9F1-065D-BC6D-0E3F991A8B0B}"/>
                </a:ext>
              </a:extLst>
            </p:cNvPr>
            <p:cNvSpPr/>
            <p:nvPr/>
          </p:nvSpPr>
          <p:spPr>
            <a:xfrm rot="21442581">
              <a:off x="2495122" y="2840877"/>
              <a:ext cx="164322" cy="164321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A65D09F-A665-B248-B9E9-B04B9CCDC2AB}"/>
                </a:ext>
              </a:extLst>
            </p:cNvPr>
            <p:cNvCxnSpPr>
              <a:stCxn id="30" idx="6"/>
              <a:endCxn id="40" idx="2"/>
            </p:cNvCxnSpPr>
            <p:nvPr/>
          </p:nvCxnSpPr>
          <p:spPr>
            <a:xfrm flipV="1">
              <a:off x="2353396" y="2926799"/>
              <a:ext cx="141812" cy="3197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93FBF6B-4446-A033-C393-C4E6FD4F240A}"/>
                </a:ext>
              </a:extLst>
            </p:cNvPr>
            <p:cNvCxnSpPr>
              <a:stCxn id="40" idx="4"/>
              <a:endCxn id="32" idx="7"/>
            </p:cNvCxnSpPr>
            <p:nvPr/>
          </p:nvCxnSpPr>
          <p:spPr>
            <a:xfrm flipH="1">
              <a:off x="2541542" y="3005112"/>
              <a:ext cx="39502" cy="1655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76846D9-DEA8-0622-551F-47A308BCB1FE}"/>
              </a:ext>
            </a:extLst>
          </p:cNvPr>
          <p:cNvGrpSpPr/>
          <p:nvPr/>
        </p:nvGrpSpPr>
        <p:grpSpPr>
          <a:xfrm>
            <a:off x="4068191" y="3491923"/>
            <a:ext cx="645949" cy="469910"/>
            <a:chOff x="4626732" y="5478306"/>
            <a:chExt cx="645949" cy="469910"/>
          </a:xfrm>
        </p:grpSpPr>
        <p:sp>
          <p:nvSpPr>
            <p:cNvPr id="44" name="流程图: 接点 43">
              <a:extLst>
                <a:ext uri="{FF2B5EF4-FFF2-40B4-BE49-F238E27FC236}">
                  <a16:creationId xmlns:a16="http://schemas.microsoft.com/office/drawing/2014/main" id="{DD46BD1F-C7D0-BA3B-4914-08E191D8BA6A}"/>
                </a:ext>
              </a:extLst>
            </p:cNvPr>
            <p:cNvSpPr/>
            <p:nvPr/>
          </p:nvSpPr>
          <p:spPr>
            <a:xfrm rot="17454124">
              <a:off x="4805711" y="5478307"/>
              <a:ext cx="88591" cy="8859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流程图: 接点 44">
              <a:extLst>
                <a:ext uri="{FF2B5EF4-FFF2-40B4-BE49-F238E27FC236}">
                  <a16:creationId xmlns:a16="http://schemas.microsoft.com/office/drawing/2014/main" id="{AA54764A-93AB-DCAF-EF21-AC24FC32F42B}"/>
                </a:ext>
              </a:extLst>
            </p:cNvPr>
            <p:cNvSpPr/>
            <p:nvPr/>
          </p:nvSpPr>
          <p:spPr>
            <a:xfrm rot="18909870">
              <a:off x="4904822" y="5859626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流程图: 接点 45">
              <a:extLst>
                <a:ext uri="{FF2B5EF4-FFF2-40B4-BE49-F238E27FC236}">
                  <a16:creationId xmlns:a16="http://schemas.microsoft.com/office/drawing/2014/main" id="{67EF3EF2-6C57-66CC-DE52-6FE520617723}"/>
                </a:ext>
              </a:extLst>
            </p:cNvPr>
            <p:cNvSpPr/>
            <p:nvPr/>
          </p:nvSpPr>
          <p:spPr>
            <a:xfrm rot="18909870">
              <a:off x="5001878" y="5628494"/>
              <a:ext cx="88591" cy="88590"/>
            </a:xfrm>
            <a:prstGeom prst="flowChartConnector">
              <a:avLst/>
            </a:prstGeom>
            <a:pattFill prst="narVert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流程图: 接点 46">
              <a:extLst>
                <a:ext uri="{FF2B5EF4-FFF2-40B4-BE49-F238E27FC236}">
                  <a16:creationId xmlns:a16="http://schemas.microsoft.com/office/drawing/2014/main" id="{AD65162E-18E4-F11A-73A7-CD8753469331}"/>
                </a:ext>
              </a:extLst>
            </p:cNvPr>
            <p:cNvSpPr/>
            <p:nvPr/>
          </p:nvSpPr>
          <p:spPr>
            <a:xfrm rot="18909870">
              <a:off x="5184090" y="5815270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流程图: 接点 47">
              <a:extLst>
                <a:ext uri="{FF2B5EF4-FFF2-40B4-BE49-F238E27FC236}">
                  <a16:creationId xmlns:a16="http://schemas.microsoft.com/office/drawing/2014/main" id="{5E39B6EE-004C-83AC-A0B2-F74723D4BAE5}"/>
                </a:ext>
              </a:extLst>
            </p:cNvPr>
            <p:cNvSpPr/>
            <p:nvPr/>
          </p:nvSpPr>
          <p:spPr>
            <a:xfrm rot="18909870">
              <a:off x="4626732" y="5565851"/>
              <a:ext cx="88591" cy="88590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AC16CEAD-78C9-D0C3-C96B-9F6DCB932FEF}"/>
                </a:ext>
              </a:extLst>
            </p:cNvPr>
            <p:cNvCxnSpPr>
              <a:cxnSpLocks/>
              <a:stCxn id="48" idx="6"/>
              <a:endCxn id="44" idx="1"/>
            </p:cNvCxnSpPr>
            <p:nvPr/>
          </p:nvCxnSpPr>
          <p:spPr>
            <a:xfrm flipV="1">
              <a:off x="4702439" y="5540688"/>
              <a:ext cx="107133" cy="382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29582BFF-F9DA-A2F6-0A9A-4403259E2770}"/>
                </a:ext>
              </a:extLst>
            </p:cNvPr>
            <p:cNvCxnSpPr>
              <a:stCxn id="44" idx="4"/>
              <a:endCxn id="46" idx="0"/>
            </p:cNvCxnSpPr>
            <p:nvPr/>
          </p:nvCxnSpPr>
          <p:spPr>
            <a:xfrm>
              <a:off x="4891387" y="5538405"/>
              <a:ext cx="123556" cy="10297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2D7EC11-C572-237A-7DD4-898948366B87}"/>
                </a:ext>
              </a:extLst>
            </p:cNvPr>
            <p:cNvCxnSpPr>
              <a:stCxn id="46" idx="4"/>
              <a:endCxn id="47" idx="0"/>
            </p:cNvCxnSpPr>
            <p:nvPr/>
          </p:nvCxnSpPr>
          <p:spPr>
            <a:xfrm>
              <a:off x="5077405" y="5704200"/>
              <a:ext cx="119750" cy="12395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DF54B74-6814-75EF-8C99-5FB12F76DE98}"/>
                </a:ext>
              </a:extLst>
            </p:cNvPr>
            <p:cNvCxnSpPr>
              <a:stCxn id="47" idx="2"/>
              <a:endCxn id="45" idx="4"/>
            </p:cNvCxnSpPr>
            <p:nvPr/>
          </p:nvCxnSpPr>
          <p:spPr>
            <a:xfrm flipH="1">
              <a:off x="4993412" y="5890797"/>
              <a:ext cx="203562" cy="1325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流程图: 接点 52">
              <a:extLst>
                <a:ext uri="{FF2B5EF4-FFF2-40B4-BE49-F238E27FC236}">
                  <a16:creationId xmlns:a16="http://schemas.microsoft.com/office/drawing/2014/main" id="{74693D4B-8C9F-979A-FA58-2EF557F4A5B8}"/>
                </a:ext>
              </a:extLst>
            </p:cNvPr>
            <p:cNvSpPr/>
            <p:nvPr/>
          </p:nvSpPr>
          <p:spPr>
            <a:xfrm rot="18909870">
              <a:off x="4765276" y="5691842"/>
              <a:ext cx="88591" cy="88590"/>
            </a:xfrm>
            <a:prstGeom prst="flowChartConnector">
              <a:avLst/>
            </a:prstGeom>
            <a:pattFill prst="narVert">
              <a:fgClr>
                <a:schemeClr val="accent4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6460983-88E1-9715-429F-08DBEF6AE2F8}"/>
                </a:ext>
              </a:extLst>
            </p:cNvPr>
            <p:cNvCxnSpPr>
              <a:stCxn id="46" idx="2"/>
              <a:endCxn id="45" idx="7"/>
            </p:cNvCxnSpPr>
            <p:nvPr/>
          </p:nvCxnSpPr>
          <p:spPr>
            <a:xfrm flipH="1">
              <a:off x="4949245" y="5704021"/>
              <a:ext cx="65517" cy="15560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13089E42-CEE2-5F36-2893-EC8D4AE564D1}"/>
              </a:ext>
            </a:extLst>
          </p:cNvPr>
          <p:cNvGrpSpPr/>
          <p:nvPr/>
        </p:nvGrpSpPr>
        <p:grpSpPr>
          <a:xfrm>
            <a:off x="6108786" y="3256899"/>
            <a:ext cx="639626" cy="514401"/>
            <a:chOff x="4587378" y="5606705"/>
            <a:chExt cx="639626" cy="514401"/>
          </a:xfrm>
        </p:grpSpPr>
        <p:sp>
          <p:nvSpPr>
            <p:cNvPr id="56" name="流程图: 接点 55">
              <a:extLst>
                <a:ext uri="{FF2B5EF4-FFF2-40B4-BE49-F238E27FC236}">
                  <a16:creationId xmlns:a16="http://schemas.microsoft.com/office/drawing/2014/main" id="{4119384A-8D3C-BE3E-6FA0-C28A86396138}"/>
                </a:ext>
              </a:extLst>
            </p:cNvPr>
            <p:cNvSpPr/>
            <p:nvPr/>
          </p:nvSpPr>
          <p:spPr>
            <a:xfrm rot="17454124">
              <a:off x="4799145" y="5606706"/>
              <a:ext cx="88591" cy="8859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流程图: 接点 56">
              <a:extLst>
                <a:ext uri="{FF2B5EF4-FFF2-40B4-BE49-F238E27FC236}">
                  <a16:creationId xmlns:a16="http://schemas.microsoft.com/office/drawing/2014/main" id="{997E4372-2C77-AE94-2921-7394A3218664}"/>
                </a:ext>
              </a:extLst>
            </p:cNvPr>
            <p:cNvSpPr/>
            <p:nvPr/>
          </p:nvSpPr>
          <p:spPr>
            <a:xfrm rot="18909870">
              <a:off x="4587378" y="5805675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流程图: 接点 57">
              <a:extLst>
                <a:ext uri="{FF2B5EF4-FFF2-40B4-BE49-F238E27FC236}">
                  <a16:creationId xmlns:a16="http://schemas.microsoft.com/office/drawing/2014/main" id="{E9BD837F-7F26-3A8F-357A-55F0212D1F9B}"/>
                </a:ext>
              </a:extLst>
            </p:cNvPr>
            <p:cNvSpPr/>
            <p:nvPr/>
          </p:nvSpPr>
          <p:spPr>
            <a:xfrm rot="18909870">
              <a:off x="4861787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流程图: 接点 58">
              <a:extLst>
                <a:ext uri="{FF2B5EF4-FFF2-40B4-BE49-F238E27FC236}">
                  <a16:creationId xmlns:a16="http://schemas.microsoft.com/office/drawing/2014/main" id="{3AC67880-03B9-7B2E-DAF7-25129A3A60FD}"/>
                </a:ext>
              </a:extLst>
            </p:cNvPr>
            <p:cNvSpPr/>
            <p:nvPr/>
          </p:nvSpPr>
          <p:spPr>
            <a:xfrm rot="18909870">
              <a:off x="5008192" y="5785408"/>
              <a:ext cx="88591" cy="88590"/>
            </a:xfrm>
            <a:prstGeom prst="flowChartConnector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流程图: 接点 59">
              <a:extLst>
                <a:ext uri="{FF2B5EF4-FFF2-40B4-BE49-F238E27FC236}">
                  <a16:creationId xmlns:a16="http://schemas.microsoft.com/office/drawing/2014/main" id="{B68A7DA0-4022-1538-E76F-20C51F24C959}"/>
                </a:ext>
              </a:extLst>
            </p:cNvPr>
            <p:cNvSpPr/>
            <p:nvPr/>
          </p:nvSpPr>
          <p:spPr>
            <a:xfrm rot="18909870">
              <a:off x="5138413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5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流程图: 接点 60">
              <a:extLst>
                <a:ext uri="{FF2B5EF4-FFF2-40B4-BE49-F238E27FC236}">
                  <a16:creationId xmlns:a16="http://schemas.microsoft.com/office/drawing/2014/main" id="{5963ADB5-4FF5-39FD-37CC-2569274B6CB8}"/>
                </a:ext>
              </a:extLst>
            </p:cNvPr>
            <p:cNvSpPr/>
            <p:nvPr/>
          </p:nvSpPr>
          <p:spPr>
            <a:xfrm rot="18909870">
              <a:off x="4592069" y="6032516"/>
              <a:ext cx="88591" cy="88590"/>
            </a:xfrm>
            <a:prstGeom prst="flowChartConnector">
              <a:avLst/>
            </a:prstGeom>
            <a:pattFill prst="narVert">
              <a:fgClr>
                <a:schemeClr val="accent4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19DB9BD-B28E-70BB-A406-5F41DECF140C}"/>
                </a:ext>
              </a:extLst>
            </p:cNvPr>
            <p:cNvCxnSpPr>
              <a:cxnSpLocks/>
              <a:stCxn id="56" idx="1"/>
              <a:endCxn id="57" idx="6"/>
            </p:cNvCxnSpPr>
            <p:nvPr/>
          </p:nvCxnSpPr>
          <p:spPr>
            <a:xfrm flipH="1">
              <a:off x="4663085" y="5669087"/>
              <a:ext cx="139921" cy="1496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5EAB49BE-F2D8-0542-5546-47AC6B5F3CAB}"/>
                </a:ext>
              </a:extLst>
            </p:cNvPr>
            <p:cNvCxnSpPr>
              <a:stCxn id="57" idx="3"/>
              <a:endCxn id="61" idx="7"/>
            </p:cNvCxnSpPr>
            <p:nvPr/>
          </p:nvCxnSpPr>
          <p:spPr>
            <a:xfrm>
              <a:off x="4631546" y="5894265"/>
              <a:ext cx="4946" cy="1382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BE20804C-D83F-1F52-9917-DFACAEE9B3C1}"/>
                </a:ext>
              </a:extLst>
            </p:cNvPr>
            <p:cNvCxnSpPr>
              <a:stCxn id="61" idx="5"/>
              <a:endCxn id="58" idx="1"/>
            </p:cNvCxnSpPr>
            <p:nvPr/>
          </p:nvCxnSpPr>
          <p:spPr>
            <a:xfrm flipV="1">
              <a:off x="4680659" y="6076684"/>
              <a:ext cx="181129" cy="2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588AD8F-40D8-9909-A0D1-443BBCD31C98}"/>
                </a:ext>
              </a:extLst>
            </p:cNvPr>
            <p:cNvCxnSpPr>
              <a:stCxn id="58" idx="5"/>
              <a:endCxn id="60" idx="1"/>
            </p:cNvCxnSpPr>
            <p:nvPr/>
          </p:nvCxnSpPr>
          <p:spPr>
            <a:xfrm flipV="1">
              <a:off x="4950377" y="6076684"/>
              <a:ext cx="188037" cy="2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E4C22606-568D-9C07-14D8-53F0ADB0346A}"/>
                </a:ext>
              </a:extLst>
            </p:cNvPr>
            <p:cNvCxnSpPr>
              <a:stCxn id="56" idx="4"/>
              <a:endCxn id="59" idx="0"/>
            </p:cNvCxnSpPr>
            <p:nvPr/>
          </p:nvCxnSpPr>
          <p:spPr>
            <a:xfrm>
              <a:off x="4884821" y="5666804"/>
              <a:ext cx="136436" cy="1314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833DD637-447B-4F70-CED0-1C6EFB0567CE}"/>
                </a:ext>
              </a:extLst>
            </p:cNvPr>
            <p:cNvCxnSpPr>
              <a:stCxn id="59" idx="2"/>
              <a:endCxn id="58" idx="7"/>
            </p:cNvCxnSpPr>
            <p:nvPr/>
          </p:nvCxnSpPr>
          <p:spPr>
            <a:xfrm flipH="1">
              <a:off x="4937494" y="5860935"/>
              <a:ext cx="83582" cy="1846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FA3B78B0-9C58-4C26-C292-FE251E1AD3F8}"/>
              </a:ext>
            </a:extLst>
          </p:cNvPr>
          <p:cNvGrpSpPr/>
          <p:nvPr/>
        </p:nvGrpSpPr>
        <p:grpSpPr>
          <a:xfrm>
            <a:off x="7340254" y="4787810"/>
            <a:ext cx="1102939" cy="1025038"/>
            <a:chOff x="7755504" y="5006435"/>
            <a:chExt cx="1102939" cy="1025038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F4D5B752-988E-B8B0-8A61-174F75133E63}"/>
                </a:ext>
              </a:extLst>
            </p:cNvPr>
            <p:cNvGrpSpPr>
              <a:grpSpLocks noChangeAspect="1"/>
            </p:cNvGrpSpPr>
            <p:nvPr/>
          </p:nvGrpSpPr>
          <p:grpSpPr>
            <a:xfrm rot="2863004">
              <a:off x="7794455" y="4967484"/>
              <a:ext cx="1025038" cy="1102939"/>
              <a:chOff x="8459265" y="2074928"/>
              <a:chExt cx="1927143" cy="2073597"/>
            </a:xfrm>
          </p:grpSpPr>
          <p:sp>
            <p:nvSpPr>
              <p:cNvPr id="71" name="流程图: 接点 70">
                <a:extLst>
                  <a:ext uri="{FF2B5EF4-FFF2-40B4-BE49-F238E27FC236}">
                    <a16:creationId xmlns:a16="http://schemas.microsoft.com/office/drawing/2014/main" id="{E77B4916-C361-46A4-8842-8B6A7DEF6CA4}"/>
                  </a:ext>
                </a:extLst>
              </p:cNvPr>
              <p:cNvSpPr/>
              <p:nvPr/>
            </p:nvSpPr>
            <p:spPr>
              <a:xfrm rot="20998468">
                <a:off x="8977131" y="2138983"/>
                <a:ext cx="457201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流程图: 接点 71">
                <a:extLst>
                  <a:ext uri="{FF2B5EF4-FFF2-40B4-BE49-F238E27FC236}">
                    <a16:creationId xmlns:a16="http://schemas.microsoft.com/office/drawing/2014/main" id="{C8875BE4-8F22-D4AC-A000-9F066E07441E}"/>
                  </a:ext>
                </a:extLst>
              </p:cNvPr>
              <p:cNvSpPr/>
              <p:nvPr/>
            </p:nvSpPr>
            <p:spPr>
              <a:xfrm>
                <a:off x="9929208" y="2074928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流程图: 接点 72">
                <a:extLst>
                  <a:ext uri="{FF2B5EF4-FFF2-40B4-BE49-F238E27FC236}">
                    <a16:creationId xmlns:a16="http://schemas.microsoft.com/office/drawing/2014/main" id="{481FB339-75B9-4630-CA33-330B70FFC43A}"/>
                  </a:ext>
                </a:extLst>
              </p:cNvPr>
              <p:cNvSpPr/>
              <p:nvPr/>
            </p:nvSpPr>
            <p:spPr>
              <a:xfrm rot="438086">
                <a:off x="9894714" y="3093790"/>
                <a:ext cx="457201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流程图: 接点 73">
                <a:extLst>
                  <a:ext uri="{FF2B5EF4-FFF2-40B4-BE49-F238E27FC236}">
                    <a16:creationId xmlns:a16="http://schemas.microsoft.com/office/drawing/2014/main" id="{737AA9E0-1960-3152-8B13-917FAD81A1A1}"/>
                  </a:ext>
                </a:extLst>
              </p:cNvPr>
              <p:cNvSpPr/>
              <p:nvPr/>
            </p:nvSpPr>
            <p:spPr>
              <a:xfrm>
                <a:off x="8459265" y="3691325"/>
                <a:ext cx="457201" cy="457200"/>
              </a:xfrm>
              <a:prstGeom prst="flowChartConnector">
                <a:avLst/>
              </a:prstGeom>
              <a:pattFill prst="narVert">
                <a:fgClr>
                  <a:schemeClr val="accent4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67C9ADAD-EB9C-30D1-2C27-29AF566392B4}"/>
                  </a:ext>
                </a:extLst>
              </p:cNvPr>
              <p:cNvCxnSpPr>
                <a:cxnSpLocks/>
                <a:stCxn id="71" idx="6"/>
                <a:endCxn id="72" idx="2"/>
              </p:cNvCxnSpPr>
              <p:nvPr/>
            </p:nvCxnSpPr>
            <p:spPr>
              <a:xfrm rot="18736996">
                <a:off x="9503402" y="2139467"/>
                <a:ext cx="353245" cy="352383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0EA3B5CD-C7E9-D135-0398-1CFA4FD1823D}"/>
                  </a:ext>
                </a:extLst>
              </p:cNvPr>
              <p:cNvCxnSpPr>
                <a:cxnSpLocks/>
                <a:stCxn id="72" idx="4"/>
                <a:endCxn id="73" idx="0"/>
              </p:cNvCxnSpPr>
              <p:nvPr/>
            </p:nvCxnSpPr>
            <p:spPr>
              <a:xfrm rot="18736996" flipH="1">
                <a:off x="9944806" y="2626333"/>
                <a:ext cx="420563" cy="375106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252FCCEA-402E-9806-75D6-E81CEC3C49DF}"/>
                  </a:ext>
                </a:extLst>
              </p:cNvPr>
              <p:cNvCxnSpPr>
                <a:cxnSpLocks/>
                <a:stCxn id="74" idx="7"/>
                <a:endCxn id="72" idx="3"/>
              </p:cNvCxnSpPr>
              <p:nvPr/>
            </p:nvCxnSpPr>
            <p:spPr>
              <a:xfrm rot="18736996" flipV="1">
                <a:off x="8558769" y="3100890"/>
                <a:ext cx="1728136" cy="21675"/>
              </a:xfrm>
              <a:prstGeom prst="line">
                <a:avLst/>
              </a:prstGeom>
              <a:ln w="9525"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299DE9D1-6140-8E02-31C0-2C6A5A39A971}"/>
                </a:ext>
              </a:extLst>
            </p:cNvPr>
            <p:cNvSpPr txBox="1"/>
            <p:nvPr/>
          </p:nvSpPr>
          <p:spPr>
            <a:xfrm>
              <a:off x="8088153" y="5216557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38C2F2E-9521-29B6-97B7-750FDE70319A}"/>
              </a:ext>
            </a:extLst>
          </p:cNvPr>
          <p:cNvGrpSpPr>
            <a:grpSpLocks noChangeAspect="1"/>
          </p:cNvGrpSpPr>
          <p:nvPr/>
        </p:nvGrpSpPr>
        <p:grpSpPr>
          <a:xfrm>
            <a:off x="8930044" y="4580012"/>
            <a:ext cx="1296000" cy="978680"/>
            <a:chOff x="7169883" y="2426982"/>
            <a:chExt cx="1513341" cy="1142808"/>
          </a:xfrm>
        </p:grpSpPr>
        <p:sp>
          <p:nvSpPr>
            <p:cNvPr id="79" name="流程图: 接点 78">
              <a:extLst>
                <a:ext uri="{FF2B5EF4-FFF2-40B4-BE49-F238E27FC236}">
                  <a16:creationId xmlns:a16="http://schemas.microsoft.com/office/drawing/2014/main" id="{77B54D33-058E-8F15-A67C-87B188C6D790}"/>
                </a:ext>
              </a:extLst>
            </p:cNvPr>
            <p:cNvSpPr/>
            <p:nvPr/>
          </p:nvSpPr>
          <p:spPr>
            <a:xfrm>
              <a:off x="8401644" y="3288210"/>
              <a:ext cx="281580" cy="28158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流程图: 接点 79">
              <a:extLst>
                <a:ext uri="{FF2B5EF4-FFF2-40B4-BE49-F238E27FC236}">
                  <a16:creationId xmlns:a16="http://schemas.microsoft.com/office/drawing/2014/main" id="{C8589BD1-F307-7ACD-CB54-15160515B978}"/>
                </a:ext>
              </a:extLst>
            </p:cNvPr>
            <p:cNvSpPr/>
            <p:nvPr/>
          </p:nvSpPr>
          <p:spPr>
            <a:xfrm>
              <a:off x="7796423" y="2426982"/>
              <a:ext cx="281580" cy="281580"/>
            </a:xfrm>
            <a:prstGeom prst="flowChartConnector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流程图: 接点 80">
              <a:extLst>
                <a:ext uri="{FF2B5EF4-FFF2-40B4-BE49-F238E27FC236}">
                  <a16:creationId xmlns:a16="http://schemas.microsoft.com/office/drawing/2014/main" id="{7543722B-7CA2-2C45-7C9F-0B7A7D14C2F1}"/>
                </a:ext>
              </a:extLst>
            </p:cNvPr>
            <p:cNvSpPr/>
            <p:nvPr/>
          </p:nvSpPr>
          <p:spPr>
            <a:xfrm>
              <a:off x="7803316" y="3045064"/>
              <a:ext cx="281580" cy="281580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流程图: 接点 81">
              <a:extLst>
                <a:ext uri="{FF2B5EF4-FFF2-40B4-BE49-F238E27FC236}">
                  <a16:creationId xmlns:a16="http://schemas.microsoft.com/office/drawing/2014/main" id="{F70E8B6A-FE57-C16E-EEE0-3FE6324D263D}"/>
                </a:ext>
              </a:extLst>
            </p:cNvPr>
            <p:cNvSpPr/>
            <p:nvPr/>
          </p:nvSpPr>
          <p:spPr>
            <a:xfrm>
              <a:off x="7169883" y="3288210"/>
              <a:ext cx="281580" cy="281580"/>
            </a:xfrm>
            <a:prstGeom prst="flowChartConnector">
              <a:avLst/>
            </a:prstGeom>
            <a:pattFill prst="narVert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FCE2D6E3-1C22-6CA9-BA65-D5A9450A4825}"/>
                </a:ext>
              </a:extLst>
            </p:cNvPr>
            <p:cNvCxnSpPr>
              <a:stCxn id="81" idx="0"/>
              <a:endCxn id="80" idx="4"/>
            </p:cNvCxnSpPr>
            <p:nvPr/>
          </p:nvCxnSpPr>
          <p:spPr>
            <a:xfrm flipH="1" flipV="1">
              <a:off x="7937212" y="2708562"/>
              <a:ext cx="6893" cy="33650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71C6A65-DBD2-2E67-32D2-7FA4B78ECF5F}"/>
                </a:ext>
              </a:extLst>
            </p:cNvPr>
            <p:cNvCxnSpPr>
              <a:stCxn id="81" idx="2"/>
              <a:endCxn id="82" idx="6"/>
            </p:cNvCxnSpPr>
            <p:nvPr/>
          </p:nvCxnSpPr>
          <p:spPr>
            <a:xfrm flipH="1">
              <a:off x="7451463" y="3185854"/>
              <a:ext cx="351853" cy="24314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3C46563D-CAA4-D4A1-06BB-0388BB10FE2E}"/>
                </a:ext>
              </a:extLst>
            </p:cNvPr>
            <p:cNvCxnSpPr>
              <a:stCxn id="81" idx="6"/>
              <a:endCxn id="79" idx="1"/>
            </p:cNvCxnSpPr>
            <p:nvPr/>
          </p:nvCxnSpPr>
          <p:spPr>
            <a:xfrm>
              <a:off x="8084896" y="3185854"/>
              <a:ext cx="357984" cy="14359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A90BE2CD-9AF5-2E05-6A83-98DDDF895823}"/>
                </a:ext>
              </a:extLst>
            </p:cNvPr>
            <p:cNvSpPr txBox="1"/>
            <p:nvPr/>
          </p:nvSpPr>
          <p:spPr>
            <a:xfrm>
              <a:off x="7792346" y="2985058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23130A0-B467-3107-BACA-B9E2FA506CF7}"/>
              </a:ext>
            </a:extLst>
          </p:cNvPr>
          <p:cNvGrpSpPr/>
          <p:nvPr/>
        </p:nvGrpSpPr>
        <p:grpSpPr>
          <a:xfrm>
            <a:off x="8792048" y="3876282"/>
            <a:ext cx="1455777" cy="782074"/>
            <a:chOff x="8247540" y="3055937"/>
            <a:chExt cx="1455777" cy="782074"/>
          </a:xfrm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F28341B8-A159-264F-3CA5-24BD720F0038}"/>
                </a:ext>
              </a:extLst>
            </p:cNvPr>
            <p:cNvGrpSpPr>
              <a:grpSpLocks noChangeAspect="1"/>
            </p:cNvGrpSpPr>
            <p:nvPr/>
          </p:nvGrpSpPr>
          <p:grpSpPr>
            <a:xfrm rot="891796">
              <a:off x="8247540" y="3055937"/>
              <a:ext cx="753714" cy="782074"/>
              <a:chOff x="8969373" y="2074928"/>
              <a:chExt cx="1417035" cy="1470351"/>
            </a:xfrm>
          </p:grpSpPr>
          <p:sp>
            <p:nvSpPr>
              <p:cNvPr id="91" name="流程图: 接点 90">
                <a:extLst>
                  <a:ext uri="{FF2B5EF4-FFF2-40B4-BE49-F238E27FC236}">
                    <a16:creationId xmlns:a16="http://schemas.microsoft.com/office/drawing/2014/main" id="{F4530EA7-9526-7F99-2281-88B07E30DEDE}"/>
                  </a:ext>
                </a:extLst>
              </p:cNvPr>
              <p:cNvSpPr/>
              <p:nvPr/>
            </p:nvSpPr>
            <p:spPr>
              <a:xfrm rot="20178479">
                <a:off x="8969373" y="2312917"/>
                <a:ext cx="457201" cy="457200"/>
              </a:xfrm>
              <a:prstGeom prst="flowChartConnector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流程图: 接点 91">
                <a:extLst>
                  <a:ext uri="{FF2B5EF4-FFF2-40B4-BE49-F238E27FC236}">
                    <a16:creationId xmlns:a16="http://schemas.microsoft.com/office/drawing/2014/main" id="{8DD38591-D89A-BBE8-2A52-4DDB84241DF4}"/>
                  </a:ext>
                </a:extLst>
              </p:cNvPr>
              <p:cNvSpPr/>
              <p:nvPr/>
            </p:nvSpPr>
            <p:spPr>
              <a:xfrm>
                <a:off x="9929208" y="2074928"/>
                <a:ext cx="457200" cy="457200"/>
              </a:xfrm>
              <a:prstGeom prst="flowChartConnector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流程图: 接点 92">
                <a:extLst>
                  <a:ext uri="{FF2B5EF4-FFF2-40B4-BE49-F238E27FC236}">
                    <a16:creationId xmlns:a16="http://schemas.microsoft.com/office/drawing/2014/main" id="{E8CCE12C-C975-D104-1EF9-030D1CA5F307}"/>
                  </a:ext>
                </a:extLst>
              </p:cNvPr>
              <p:cNvSpPr/>
              <p:nvPr/>
            </p:nvSpPr>
            <p:spPr>
              <a:xfrm rot="1134014">
                <a:off x="9616873" y="3088079"/>
                <a:ext cx="457201" cy="457200"/>
              </a:xfrm>
              <a:prstGeom prst="flowChartConnector">
                <a:avLst/>
              </a:prstGeom>
              <a:pattFill prst="narVert">
                <a:fgClr>
                  <a:schemeClr val="accent5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0E8BEE7E-1BE2-7BD3-9E99-F2268670716F}"/>
                  </a:ext>
                </a:extLst>
              </p:cNvPr>
              <p:cNvCxnSpPr>
                <a:cxnSpLocks/>
                <a:stCxn id="91" idx="6"/>
                <a:endCxn id="92" idx="2"/>
              </p:cNvCxnSpPr>
              <p:nvPr/>
            </p:nvCxnSpPr>
            <p:spPr>
              <a:xfrm rot="20708204" flipV="1">
                <a:off x="9397295" y="2372911"/>
                <a:ext cx="541925" cy="7370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A87613B9-D05A-BCB2-39A6-4D9DB02B04C4}"/>
                  </a:ext>
                </a:extLst>
              </p:cNvPr>
              <p:cNvCxnSpPr>
                <a:cxnSpLocks/>
                <a:stCxn id="92" idx="4"/>
                <a:endCxn id="93" idx="0"/>
              </p:cNvCxnSpPr>
              <p:nvPr/>
            </p:nvCxnSpPr>
            <p:spPr>
              <a:xfrm rot="20708204" flipH="1">
                <a:off x="9850623" y="2572197"/>
                <a:ext cx="376084" cy="488139"/>
              </a:xfrm>
              <a:prstGeom prst="line">
                <a:avLst/>
              </a:prstGeom>
              <a:ln w="952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9BC0D9D-F510-9A7B-35E9-088F9584BA41}"/>
                </a:ext>
              </a:extLst>
            </p:cNvPr>
            <p:cNvSpPr txBox="1"/>
            <p:nvPr/>
          </p:nvSpPr>
          <p:spPr>
            <a:xfrm>
              <a:off x="9417661" y="3206544"/>
              <a:ext cx="285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90" name="箭头: 右 89">
              <a:extLst>
                <a:ext uri="{FF2B5EF4-FFF2-40B4-BE49-F238E27FC236}">
                  <a16:creationId xmlns:a16="http://schemas.microsoft.com/office/drawing/2014/main" id="{05DBA77E-9BF1-3C0E-66A4-16FD61842FC3}"/>
                </a:ext>
              </a:extLst>
            </p:cNvPr>
            <p:cNvSpPr/>
            <p:nvPr/>
          </p:nvSpPr>
          <p:spPr>
            <a:xfrm>
              <a:off x="9167203" y="3347085"/>
              <a:ext cx="241490" cy="107316"/>
            </a:xfrm>
            <a:prstGeom prst="rightArrow">
              <a:avLst/>
            </a:prstGeom>
            <a:solidFill>
              <a:srgbClr val="8FAAD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1160C205-2859-D954-6C48-3B53F1BE93F1}"/>
              </a:ext>
            </a:extLst>
          </p:cNvPr>
          <p:cNvGrpSpPr/>
          <p:nvPr/>
        </p:nvGrpSpPr>
        <p:grpSpPr>
          <a:xfrm>
            <a:off x="8228831" y="827341"/>
            <a:ext cx="2869022" cy="1819310"/>
            <a:chOff x="1071594" y="3282305"/>
            <a:chExt cx="1452399" cy="835783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80DCFE21-425C-E93A-CD1F-44C28C476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6459" y="3774882"/>
              <a:ext cx="343206" cy="343206"/>
            </a:xfrm>
            <a:prstGeom prst="rect">
              <a:avLst/>
            </a:prstGeom>
          </p:spPr>
        </p:pic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490D338C-99E0-F265-2222-F1A0B41B8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9665" y="3282305"/>
              <a:ext cx="343206" cy="343206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D086E4D1-16A6-555C-7E7D-4373AB97B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1594" y="3285956"/>
              <a:ext cx="343206" cy="343206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AD573457-FBE3-7E19-D0ED-009784911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0787" y="3774882"/>
              <a:ext cx="343206" cy="343206"/>
            </a:xfrm>
            <a:prstGeom prst="rect">
              <a:avLst/>
            </a:prstGeom>
          </p:spPr>
        </p:pic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82D905BD-761E-7BE3-993D-18581D902BC7}"/>
                </a:ext>
              </a:extLst>
            </p:cNvPr>
            <p:cNvCxnSpPr>
              <a:stCxn id="99" idx="2"/>
              <a:endCxn id="97" idx="1"/>
            </p:cNvCxnSpPr>
            <p:nvPr/>
          </p:nvCxnSpPr>
          <p:spPr>
            <a:xfrm>
              <a:off x="1243197" y="3629162"/>
              <a:ext cx="203262" cy="317323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85B25319-B502-1E5B-6587-437A297B9AF8}"/>
                </a:ext>
              </a:extLst>
            </p:cNvPr>
            <p:cNvCxnSpPr>
              <a:stCxn id="99" idx="3"/>
              <a:endCxn id="98" idx="1"/>
            </p:cNvCxnSpPr>
            <p:nvPr/>
          </p:nvCxnSpPr>
          <p:spPr>
            <a:xfrm flipV="1">
              <a:off x="1414800" y="3453908"/>
              <a:ext cx="374865" cy="365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2355ACE3-26E3-BA19-70F9-7C27EA502EE8}"/>
                </a:ext>
              </a:extLst>
            </p:cNvPr>
            <p:cNvCxnSpPr>
              <a:stCxn id="98" idx="3"/>
              <a:endCxn id="100" idx="0"/>
            </p:cNvCxnSpPr>
            <p:nvPr/>
          </p:nvCxnSpPr>
          <p:spPr>
            <a:xfrm>
              <a:off x="2132871" y="3453908"/>
              <a:ext cx="219519" cy="320974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5C8FAE2-0CA8-F1E7-09B4-C258BEBCE6E8}"/>
                </a:ext>
              </a:extLst>
            </p:cNvPr>
            <p:cNvCxnSpPr>
              <a:stCxn id="98" idx="2"/>
              <a:endCxn id="97" idx="3"/>
            </p:cNvCxnSpPr>
            <p:nvPr/>
          </p:nvCxnSpPr>
          <p:spPr>
            <a:xfrm flipH="1">
              <a:off x="1789665" y="3625511"/>
              <a:ext cx="171603" cy="320974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2BAD19E1-5186-544D-E6E3-D038AA90C885}"/>
                </a:ext>
              </a:extLst>
            </p:cNvPr>
            <p:cNvCxnSpPr>
              <a:stCxn id="97" idx="3"/>
              <a:endCxn id="100" idx="1"/>
            </p:cNvCxnSpPr>
            <p:nvPr/>
          </p:nvCxnSpPr>
          <p:spPr>
            <a:xfrm>
              <a:off x="1789665" y="3946485"/>
              <a:ext cx="391122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207BEB68-5F98-3481-9460-3DCD78D43742}"/>
              </a:ext>
            </a:extLst>
          </p:cNvPr>
          <p:cNvGrpSpPr/>
          <p:nvPr/>
        </p:nvGrpSpPr>
        <p:grpSpPr>
          <a:xfrm>
            <a:off x="964654" y="249437"/>
            <a:ext cx="2971891" cy="1603670"/>
            <a:chOff x="3124109" y="1553882"/>
            <a:chExt cx="2971891" cy="1603670"/>
          </a:xfrm>
        </p:grpSpPr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069681AF-42FF-13FD-4024-8ED2B6958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4187" y="1827155"/>
              <a:ext cx="430482" cy="430482"/>
            </a:xfrm>
            <a:prstGeom prst="rect">
              <a:avLst/>
            </a:prstGeom>
          </p:spPr>
        </p:pic>
        <p:pic>
          <p:nvPicPr>
            <p:cNvPr id="108" name="图片 107">
              <a:extLst>
                <a:ext uri="{FF2B5EF4-FFF2-40B4-BE49-F238E27FC236}">
                  <a16:creationId xmlns:a16="http://schemas.microsoft.com/office/drawing/2014/main" id="{76D577EF-930D-1105-FD7C-9B63DC5C9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6063" y="1553882"/>
              <a:ext cx="452826" cy="452826"/>
            </a:xfrm>
            <a:prstGeom prst="rect">
              <a:avLst/>
            </a:prstGeom>
          </p:spPr>
        </p:pic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5C228367-0BB1-F00E-9760-11FF17722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0283" y="1821148"/>
              <a:ext cx="430482" cy="430482"/>
            </a:xfrm>
            <a:prstGeom prst="rect">
              <a:avLst/>
            </a:prstGeom>
          </p:spPr>
        </p:pic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B3EE7828-B932-103E-DBEF-244714EB0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6356" y="2429378"/>
              <a:ext cx="430482" cy="430482"/>
            </a:xfrm>
            <a:prstGeom prst="rect">
              <a:avLst/>
            </a:prstGeom>
          </p:spPr>
        </p:pic>
        <p:pic>
          <p:nvPicPr>
            <p:cNvPr id="111" name="图片 110">
              <a:extLst>
                <a:ext uri="{FF2B5EF4-FFF2-40B4-BE49-F238E27FC236}">
                  <a16:creationId xmlns:a16="http://schemas.microsoft.com/office/drawing/2014/main" id="{B0671A9E-26D8-D561-0B60-81C183C79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434" y="2429378"/>
              <a:ext cx="430482" cy="430482"/>
            </a:xfrm>
            <a:prstGeom prst="rect">
              <a:avLst/>
            </a:prstGeom>
          </p:spPr>
        </p:pic>
        <p:pic>
          <p:nvPicPr>
            <p:cNvPr id="112" name="图片 111">
              <a:extLst>
                <a:ext uri="{FF2B5EF4-FFF2-40B4-BE49-F238E27FC236}">
                  <a16:creationId xmlns:a16="http://schemas.microsoft.com/office/drawing/2014/main" id="{A1572378-52D4-609F-315D-EDAB23614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9759" y="2704726"/>
              <a:ext cx="452826" cy="452826"/>
            </a:xfrm>
            <a:prstGeom prst="rect">
              <a:avLst/>
            </a:prstGeom>
          </p:spPr>
        </p:pic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A2264C3A-DF1A-2B05-F3A1-08765E8D3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6986" y="2234907"/>
              <a:ext cx="390980" cy="285387"/>
            </a:xfrm>
            <a:prstGeom prst="rect">
              <a:avLst/>
            </a:prstGeom>
          </p:spPr>
        </p:pic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277452E2-70F8-E247-73E9-77781C7642E9}"/>
                </a:ext>
              </a:extLst>
            </p:cNvPr>
            <p:cNvGrpSpPr/>
            <p:nvPr/>
          </p:nvGrpSpPr>
          <p:grpSpPr>
            <a:xfrm>
              <a:off x="5643174" y="2118783"/>
              <a:ext cx="452826" cy="517633"/>
              <a:chOff x="5924379" y="2058526"/>
              <a:chExt cx="452826" cy="517633"/>
            </a:xfrm>
          </p:grpSpPr>
          <p:pic>
            <p:nvPicPr>
              <p:cNvPr id="129" name="图片 128">
                <a:extLst>
                  <a:ext uri="{FF2B5EF4-FFF2-40B4-BE49-F238E27FC236}">
                    <a16:creationId xmlns:a16="http://schemas.microsoft.com/office/drawing/2014/main" id="{D2278426-F352-9440-DD7B-4D4C9FB8D2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24379" y="2123333"/>
                <a:ext cx="452826" cy="452826"/>
              </a:xfrm>
              <a:prstGeom prst="rect">
                <a:avLst/>
              </a:prstGeom>
            </p:spPr>
          </p:pic>
          <p:pic>
            <p:nvPicPr>
              <p:cNvPr id="130" name="图片 129">
                <a:extLst>
                  <a:ext uri="{FF2B5EF4-FFF2-40B4-BE49-F238E27FC236}">
                    <a16:creationId xmlns:a16="http://schemas.microsoft.com/office/drawing/2014/main" id="{0F500910-AA65-D8BB-41C0-0A0FAE1B65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388"/>
              <a:stretch/>
            </p:blipFill>
            <p:spPr>
              <a:xfrm>
                <a:off x="6021290" y="2058526"/>
                <a:ext cx="262544" cy="160422"/>
              </a:xfrm>
              <a:prstGeom prst="rect">
                <a:avLst/>
              </a:prstGeom>
            </p:spPr>
          </p:pic>
        </p:grp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F252D27E-176F-7359-2A75-F46D7897002F}"/>
                </a:ext>
              </a:extLst>
            </p:cNvPr>
            <p:cNvGrpSpPr/>
            <p:nvPr/>
          </p:nvGrpSpPr>
          <p:grpSpPr>
            <a:xfrm>
              <a:off x="3124109" y="2118417"/>
              <a:ext cx="348040" cy="462248"/>
              <a:chOff x="5143500" y="2362292"/>
              <a:chExt cx="348040" cy="462248"/>
            </a:xfrm>
          </p:grpSpPr>
          <p:pic>
            <p:nvPicPr>
              <p:cNvPr id="127" name="图片 126">
                <a:extLst>
                  <a:ext uri="{FF2B5EF4-FFF2-40B4-BE49-F238E27FC236}">
                    <a16:creationId xmlns:a16="http://schemas.microsoft.com/office/drawing/2014/main" id="{8B82E356-5108-5164-5B25-03650B8117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43500" y="2476500"/>
                <a:ext cx="348040" cy="348040"/>
              </a:xfrm>
              <a:prstGeom prst="rect">
                <a:avLst/>
              </a:prstGeom>
            </p:spPr>
          </p:pic>
          <p:pic>
            <p:nvPicPr>
              <p:cNvPr id="128" name="图片 127">
                <a:extLst>
                  <a:ext uri="{FF2B5EF4-FFF2-40B4-BE49-F238E27FC236}">
                    <a16:creationId xmlns:a16="http://schemas.microsoft.com/office/drawing/2014/main" id="{0BBA0B9D-3F51-6BC8-9186-28BFA7B82D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0388"/>
              <a:stretch/>
            </p:blipFill>
            <p:spPr>
              <a:xfrm>
                <a:off x="5177915" y="2362292"/>
                <a:ext cx="249990" cy="148137"/>
              </a:xfrm>
              <a:prstGeom prst="rect">
                <a:avLst/>
              </a:prstGeom>
            </p:spPr>
          </p:pic>
        </p:grp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C68F8672-7D27-473F-7B30-DC5586FD5E1E}"/>
                </a:ext>
              </a:extLst>
            </p:cNvPr>
            <p:cNvCxnSpPr>
              <a:stCxn id="113" idx="0"/>
              <a:endCxn id="108" idx="2"/>
            </p:cNvCxnSpPr>
            <p:nvPr/>
          </p:nvCxnSpPr>
          <p:spPr>
            <a:xfrm flipV="1">
              <a:off x="4562476" y="2006708"/>
              <a:ext cx="0" cy="22819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E0978D02-1B1B-8965-69AD-6D1A74BE9A47}"/>
                </a:ext>
              </a:extLst>
            </p:cNvPr>
            <p:cNvCxnSpPr>
              <a:cxnSpLocks/>
              <a:stCxn id="113" idx="2"/>
              <a:endCxn id="112" idx="0"/>
            </p:cNvCxnSpPr>
            <p:nvPr/>
          </p:nvCxnSpPr>
          <p:spPr>
            <a:xfrm>
              <a:off x="4562476" y="2520294"/>
              <a:ext cx="3696" cy="18443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A719A354-2AF5-489B-31B6-99DAAC54D5FD}"/>
                </a:ext>
              </a:extLst>
            </p:cNvPr>
            <p:cNvCxnSpPr>
              <a:cxnSpLocks/>
              <a:endCxn id="113" idx="3"/>
            </p:cNvCxnSpPr>
            <p:nvPr/>
          </p:nvCxnSpPr>
          <p:spPr>
            <a:xfrm flipH="1">
              <a:off x="4757966" y="2170374"/>
              <a:ext cx="312234" cy="20722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9C54532B-665A-6475-962F-5488574DC0F3}"/>
                </a:ext>
              </a:extLst>
            </p:cNvPr>
            <p:cNvCxnSpPr>
              <a:cxnSpLocks/>
            </p:cNvCxnSpPr>
            <p:nvPr/>
          </p:nvCxnSpPr>
          <p:spPr>
            <a:xfrm>
              <a:off x="4148301" y="2170374"/>
              <a:ext cx="348924" cy="17574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317CE0CA-0A99-0478-BEB6-E380FB57F7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1648" y="2520296"/>
              <a:ext cx="420027" cy="16365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4B751B9B-1321-503D-26C3-93153C691273}"/>
                </a:ext>
              </a:extLst>
            </p:cNvPr>
            <p:cNvCxnSpPr>
              <a:endCxn id="110" idx="1"/>
            </p:cNvCxnSpPr>
            <p:nvPr/>
          </p:nvCxnSpPr>
          <p:spPr>
            <a:xfrm>
              <a:off x="4699000" y="2520294"/>
              <a:ext cx="277356" cy="1243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AADF6C64-ED13-0A65-B0A8-02C10A507FA4}"/>
                </a:ext>
              </a:extLst>
            </p:cNvPr>
            <p:cNvCxnSpPr/>
            <p:nvPr/>
          </p:nvCxnSpPr>
          <p:spPr>
            <a:xfrm flipV="1">
              <a:off x="3344333" y="2170374"/>
              <a:ext cx="440975" cy="17574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EC12D9F3-0052-7E8F-B240-D048DCC1BB9D}"/>
                </a:ext>
              </a:extLst>
            </p:cNvPr>
            <p:cNvCxnSpPr>
              <a:stCxn id="127" idx="3"/>
              <a:endCxn id="127" idx="3"/>
            </p:cNvCxnSpPr>
            <p:nvPr/>
          </p:nvCxnSpPr>
          <p:spPr>
            <a:xfrm>
              <a:off x="3472149" y="2406645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BCF2E01D-A18F-E75A-458C-3F39A08275C4}"/>
                </a:ext>
              </a:extLst>
            </p:cNvPr>
            <p:cNvCxnSpPr>
              <a:endCxn id="111" idx="1"/>
            </p:cNvCxnSpPr>
            <p:nvPr/>
          </p:nvCxnSpPr>
          <p:spPr>
            <a:xfrm>
              <a:off x="3408514" y="2520294"/>
              <a:ext cx="275920" cy="1243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1B7C49B4-4F39-2F06-69A8-2BDBF57789ED}"/>
                </a:ext>
              </a:extLst>
            </p:cNvPr>
            <p:cNvCxnSpPr/>
            <p:nvPr/>
          </p:nvCxnSpPr>
          <p:spPr>
            <a:xfrm>
              <a:off x="5329767" y="2170374"/>
              <a:ext cx="410318" cy="13255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0CE6FB1D-D111-D7CD-B95D-AC075DCB5C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123" y="2520295"/>
              <a:ext cx="560410" cy="13186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1" name="图片 130">
            <a:extLst>
              <a:ext uri="{FF2B5EF4-FFF2-40B4-BE49-F238E27FC236}">
                <a16:creationId xmlns:a16="http://schemas.microsoft.com/office/drawing/2014/main" id="{154D50BF-3F71-C753-10D6-B57BEE150D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030" y="592761"/>
            <a:ext cx="376781" cy="376781"/>
          </a:xfrm>
          <a:prstGeom prst="rect">
            <a:avLst/>
          </a:prstGeom>
        </p:spPr>
      </p:pic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7428D21-09B0-BF5A-0DA2-867C24705456}"/>
              </a:ext>
            </a:extLst>
          </p:cNvPr>
          <p:cNvGrpSpPr/>
          <p:nvPr/>
        </p:nvGrpSpPr>
        <p:grpSpPr>
          <a:xfrm>
            <a:off x="4410762" y="1551631"/>
            <a:ext cx="2155029" cy="1687993"/>
            <a:chOff x="4410762" y="1551631"/>
            <a:chExt cx="2155029" cy="1687993"/>
          </a:xfrm>
        </p:grpSpPr>
        <p:pic>
          <p:nvPicPr>
            <p:cNvPr id="133" name="图片 132">
              <a:extLst>
                <a:ext uri="{FF2B5EF4-FFF2-40B4-BE49-F238E27FC236}">
                  <a16:creationId xmlns:a16="http://schemas.microsoft.com/office/drawing/2014/main" id="{29D72955-122A-F268-4558-30AF9A9CF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2830" y="2251875"/>
              <a:ext cx="264833" cy="264833"/>
            </a:xfrm>
            <a:prstGeom prst="rect">
              <a:avLst/>
            </a:prstGeom>
          </p:spPr>
        </p:pic>
        <p:pic>
          <p:nvPicPr>
            <p:cNvPr id="134" name="图片 133">
              <a:extLst>
                <a:ext uri="{FF2B5EF4-FFF2-40B4-BE49-F238E27FC236}">
                  <a16:creationId xmlns:a16="http://schemas.microsoft.com/office/drawing/2014/main" id="{C2DF2DE0-13F2-180D-4DAE-B947CF9E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6832" y="1551631"/>
              <a:ext cx="450299" cy="450299"/>
            </a:xfrm>
            <a:prstGeom prst="rect">
              <a:avLst/>
            </a:prstGeom>
          </p:spPr>
        </p:pic>
        <p:pic>
          <p:nvPicPr>
            <p:cNvPr id="135" name="图片 134">
              <a:extLst>
                <a:ext uri="{FF2B5EF4-FFF2-40B4-BE49-F238E27FC236}">
                  <a16:creationId xmlns:a16="http://schemas.microsoft.com/office/drawing/2014/main" id="{48175C91-2928-38ED-78A9-2E34E2611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3454" y="2527124"/>
              <a:ext cx="299311" cy="376781"/>
            </a:xfrm>
            <a:prstGeom prst="rect">
              <a:avLst/>
            </a:prstGeom>
          </p:spPr>
        </p:pic>
        <p:pic>
          <p:nvPicPr>
            <p:cNvPr id="136" name="图片 135">
              <a:extLst>
                <a:ext uri="{FF2B5EF4-FFF2-40B4-BE49-F238E27FC236}">
                  <a16:creationId xmlns:a16="http://schemas.microsoft.com/office/drawing/2014/main" id="{7BB7870E-5415-4445-4CEC-6FBFFC3C6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5424" y="1800954"/>
              <a:ext cx="401953" cy="401953"/>
            </a:xfrm>
            <a:prstGeom prst="rect">
              <a:avLst/>
            </a:prstGeom>
          </p:spPr>
        </p:pic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80BCE9FE-1D53-01F9-C3EA-C15707384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8786" y="2161750"/>
              <a:ext cx="457005" cy="457005"/>
            </a:xfrm>
            <a:prstGeom prst="rect">
              <a:avLst/>
            </a:prstGeom>
          </p:spPr>
        </p:pic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D8D6C0C3-1DA7-4F40-1FDD-394E221DE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6855" y="2862843"/>
              <a:ext cx="376781" cy="376781"/>
            </a:xfrm>
            <a:prstGeom prst="rect">
              <a:avLst/>
            </a:prstGeom>
          </p:spPr>
        </p:pic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A569E43A-8848-0BC9-E9D0-F1AD96707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5937" y="2590543"/>
              <a:ext cx="332494" cy="332494"/>
            </a:xfrm>
            <a:prstGeom prst="rect">
              <a:avLst/>
            </a:prstGeom>
          </p:spPr>
        </p:pic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1C4B6958-A241-85B5-7175-B8EFCC4FE322}"/>
                </a:ext>
              </a:extLst>
            </p:cNvPr>
            <p:cNvCxnSpPr>
              <a:stCxn id="133" idx="2"/>
              <a:endCxn id="138" idx="0"/>
            </p:cNvCxnSpPr>
            <p:nvPr/>
          </p:nvCxnSpPr>
          <p:spPr>
            <a:xfrm flipH="1">
              <a:off x="5505246" y="2516708"/>
              <a:ext cx="1" cy="34613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1" name="图片 140">
              <a:extLst>
                <a:ext uri="{FF2B5EF4-FFF2-40B4-BE49-F238E27FC236}">
                  <a16:creationId xmlns:a16="http://schemas.microsoft.com/office/drawing/2014/main" id="{0077792F-2295-77AD-D03D-FF4B35CFD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0762" y="2161750"/>
              <a:ext cx="457005" cy="457005"/>
            </a:xfrm>
            <a:prstGeom prst="rect">
              <a:avLst/>
            </a:prstGeom>
          </p:spPr>
        </p:pic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442B546F-11DB-B959-8F87-C346A7DEE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1451" y="1800954"/>
              <a:ext cx="401953" cy="401953"/>
            </a:xfrm>
            <a:prstGeom prst="rect">
              <a:avLst/>
            </a:prstGeom>
          </p:spPr>
        </p:pic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AD8CA545-9420-0A83-CB2B-F87C76A22C36}"/>
                </a:ext>
              </a:extLst>
            </p:cNvPr>
            <p:cNvCxnSpPr>
              <a:cxnSpLocks/>
              <a:endCxn id="139" idx="0"/>
            </p:cNvCxnSpPr>
            <p:nvPr/>
          </p:nvCxnSpPr>
          <p:spPr>
            <a:xfrm flipH="1">
              <a:off x="5122184" y="2487012"/>
              <a:ext cx="263794" cy="10353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7638FBFA-1EFB-93DC-DE8C-1192DB68CC5C}"/>
                </a:ext>
              </a:extLst>
            </p:cNvPr>
            <p:cNvCxnSpPr>
              <a:cxnSpLocks/>
            </p:cNvCxnSpPr>
            <p:nvPr/>
          </p:nvCxnSpPr>
          <p:spPr>
            <a:xfrm>
              <a:off x="5615035" y="2463421"/>
              <a:ext cx="204574" cy="12059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6AE3E906-FE56-0FC2-2700-28ABDD181E8C}"/>
                </a:ext>
              </a:extLst>
            </p:cNvPr>
            <p:cNvCxnSpPr>
              <a:cxnSpLocks/>
              <a:stCxn id="133" idx="1"/>
              <a:endCxn id="141" idx="3"/>
            </p:cNvCxnSpPr>
            <p:nvPr/>
          </p:nvCxnSpPr>
          <p:spPr>
            <a:xfrm flipH="1">
              <a:off x="4867767" y="2384292"/>
              <a:ext cx="505063" cy="59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307B1E9F-8EDB-616F-EA35-5E546F7A9B25}"/>
                </a:ext>
              </a:extLst>
            </p:cNvPr>
            <p:cNvCxnSpPr/>
            <p:nvPr/>
          </p:nvCxnSpPr>
          <p:spPr>
            <a:xfrm>
              <a:off x="5066030" y="2082800"/>
              <a:ext cx="301371" cy="1690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E4EAEB93-0971-442C-685A-322E00F41268}"/>
                </a:ext>
              </a:extLst>
            </p:cNvPr>
            <p:cNvCxnSpPr>
              <a:cxnSpLocks/>
              <a:stCxn id="137" idx="1"/>
              <a:endCxn id="133" idx="3"/>
            </p:cNvCxnSpPr>
            <p:nvPr/>
          </p:nvCxnSpPr>
          <p:spPr>
            <a:xfrm flipH="1" flipV="1">
              <a:off x="5637663" y="2384292"/>
              <a:ext cx="471123" cy="5961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D399CC85-3575-8B63-4F64-AA73E7AE6414}"/>
                </a:ext>
              </a:extLst>
            </p:cNvPr>
            <p:cNvCxnSpPr/>
            <p:nvPr/>
          </p:nvCxnSpPr>
          <p:spPr>
            <a:xfrm flipH="1">
              <a:off x="5637663" y="2082800"/>
              <a:ext cx="305446" cy="1690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032C852F-78A2-1696-56EA-C4CC68F10D72}"/>
                </a:ext>
              </a:extLst>
            </p:cNvPr>
            <p:cNvCxnSpPr>
              <a:stCxn id="134" idx="2"/>
              <a:endCxn id="133" idx="0"/>
            </p:cNvCxnSpPr>
            <p:nvPr/>
          </p:nvCxnSpPr>
          <p:spPr>
            <a:xfrm>
              <a:off x="5501982" y="2001930"/>
              <a:ext cx="3265" cy="24994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0" name="图片 149">
            <a:extLst>
              <a:ext uri="{FF2B5EF4-FFF2-40B4-BE49-F238E27FC236}">
                <a16:creationId xmlns:a16="http://schemas.microsoft.com/office/drawing/2014/main" id="{F0215577-50E3-374E-9F0A-2194CCD492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701" y="5607456"/>
            <a:ext cx="588609" cy="588609"/>
          </a:xfrm>
          <a:prstGeom prst="rect">
            <a:avLst/>
          </a:prstGeom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674586E0-EEB7-E969-E16C-D35DB945843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57500" y="7722"/>
            <a:ext cx="7624858" cy="3253864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EAC9888E-FC54-FA79-297C-8ACA35A58C0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47766" flipH="1">
            <a:off x="6129013" y="5506695"/>
            <a:ext cx="714872" cy="714872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03C0FD50-49A8-BF34-DB59-90FB702D8A1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65322" y="5963781"/>
            <a:ext cx="229124" cy="232284"/>
          </a:xfrm>
          <a:prstGeom prst="rect">
            <a:avLst/>
          </a:prstGeom>
        </p:spPr>
      </p:pic>
      <p:pic>
        <p:nvPicPr>
          <p:cNvPr id="154" name="图片 153">
            <a:extLst>
              <a:ext uri="{FF2B5EF4-FFF2-40B4-BE49-F238E27FC236}">
                <a16:creationId xmlns:a16="http://schemas.microsoft.com/office/drawing/2014/main" id="{AA7DAFB9-F2FC-83B8-7EF1-51FE38EFA675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0" t="17501" r="83894"/>
          <a:stretch/>
        </p:blipFill>
        <p:spPr>
          <a:xfrm>
            <a:off x="2652455" y="5678488"/>
            <a:ext cx="62616" cy="579427"/>
          </a:xfrm>
          <a:prstGeom prst="rect">
            <a:avLst/>
          </a:prstGeom>
        </p:spPr>
      </p:pic>
      <p:pic>
        <p:nvPicPr>
          <p:cNvPr id="155" name="图片 154">
            <a:extLst>
              <a:ext uri="{FF2B5EF4-FFF2-40B4-BE49-F238E27FC236}">
                <a16:creationId xmlns:a16="http://schemas.microsoft.com/office/drawing/2014/main" id="{79A677CB-407A-4AE2-7F7B-9AC80AE750B3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90" t="17501" r="83894"/>
          <a:stretch/>
        </p:blipFill>
        <p:spPr>
          <a:xfrm rot="16200000">
            <a:off x="2927296" y="5435319"/>
            <a:ext cx="57457" cy="531689"/>
          </a:xfrm>
          <a:prstGeom prst="rect">
            <a:avLst/>
          </a:prstGeom>
        </p:spPr>
      </p:pic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A690CFE1-9571-6D8B-9763-742B6185DECF}"/>
              </a:ext>
            </a:extLst>
          </p:cNvPr>
          <p:cNvGrpSpPr/>
          <p:nvPr/>
        </p:nvGrpSpPr>
        <p:grpSpPr>
          <a:xfrm>
            <a:off x="3031886" y="4574334"/>
            <a:ext cx="494486" cy="478703"/>
            <a:chOff x="3211796" y="4887037"/>
            <a:chExt cx="644477" cy="644477"/>
          </a:xfrm>
        </p:grpSpPr>
        <p:pic>
          <p:nvPicPr>
            <p:cNvPr id="157" name="图片 156">
              <a:extLst>
                <a:ext uri="{FF2B5EF4-FFF2-40B4-BE49-F238E27FC236}">
                  <a16:creationId xmlns:a16="http://schemas.microsoft.com/office/drawing/2014/main" id="{5311DF37-1F77-7697-B925-E9A63ED48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1796" y="4887037"/>
              <a:ext cx="644477" cy="644477"/>
            </a:xfrm>
            <a:prstGeom prst="rect">
              <a:avLst/>
            </a:prstGeom>
          </p:spPr>
        </p:pic>
        <p:sp>
          <p:nvSpPr>
            <p:cNvPr id="158" name="流程图: 接点 157">
              <a:extLst>
                <a:ext uri="{FF2B5EF4-FFF2-40B4-BE49-F238E27FC236}">
                  <a16:creationId xmlns:a16="http://schemas.microsoft.com/office/drawing/2014/main" id="{432992B4-6F05-4CCD-717E-FA53A51332F2}"/>
                </a:ext>
              </a:extLst>
            </p:cNvPr>
            <p:cNvSpPr/>
            <p:nvPr/>
          </p:nvSpPr>
          <p:spPr>
            <a:xfrm>
              <a:off x="3497798" y="5012309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流程图: 接点 158">
              <a:extLst>
                <a:ext uri="{FF2B5EF4-FFF2-40B4-BE49-F238E27FC236}">
                  <a16:creationId xmlns:a16="http://schemas.microsoft.com/office/drawing/2014/main" id="{CAE1A72E-E7CB-2848-B49C-755ABD7B26DB}"/>
                </a:ext>
              </a:extLst>
            </p:cNvPr>
            <p:cNvSpPr/>
            <p:nvPr/>
          </p:nvSpPr>
          <p:spPr>
            <a:xfrm>
              <a:off x="3603969" y="5035168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流程图: 接点 159">
              <a:extLst>
                <a:ext uri="{FF2B5EF4-FFF2-40B4-BE49-F238E27FC236}">
                  <a16:creationId xmlns:a16="http://schemas.microsoft.com/office/drawing/2014/main" id="{F9F5BCBD-993D-B279-F143-76AEC7D7A5A4}"/>
                </a:ext>
              </a:extLst>
            </p:cNvPr>
            <p:cNvSpPr/>
            <p:nvPr/>
          </p:nvSpPr>
          <p:spPr>
            <a:xfrm rot="539669">
              <a:off x="3393873" y="5054359"/>
              <a:ext cx="45719" cy="45719"/>
            </a:xfrm>
            <a:prstGeom prst="flowChartConnector">
              <a:avLst/>
            </a:prstGeom>
            <a:solidFill>
              <a:srgbClr val="5151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8707D7DD-B33F-3BE8-A8E1-EC2C3445994A}"/>
                </a:ext>
              </a:extLst>
            </p:cNvPr>
            <p:cNvCxnSpPr>
              <a:cxnSpLocks/>
              <a:stCxn id="160" idx="7"/>
              <a:endCxn id="158" idx="2"/>
            </p:cNvCxnSpPr>
            <p:nvPr/>
          </p:nvCxnSpPr>
          <p:spPr>
            <a:xfrm flipV="1">
              <a:off x="3435225" y="5035169"/>
              <a:ext cx="62573" cy="28611"/>
            </a:xfrm>
            <a:prstGeom prst="line">
              <a:avLst/>
            </a:prstGeom>
            <a:ln>
              <a:solidFill>
                <a:srgbClr val="51515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EFEB8756-0C5F-4FA8-429C-AB9C19977FF8}"/>
                </a:ext>
              </a:extLst>
            </p:cNvPr>
            <p:cNvCxnSpPr>
              <a:stCxn id="158" idx="6"/>
              <a:endCxn id="159" idx="2"/>
            </p:cNvCxnSpPr>
            <p:nvPr/>
          </p:nvCxnSpPr>
          <p:spPr>
            <a:xfrm>
              <a:off x="3543517" y="5035169"/>
              <a:ext cx="60452" cy="22859"/>
            </a:xfrm>
            <a:prstGeom prst="line">
              <a:avLst/>
            </a:prstGeom>
            <a:ln>
              <a:solidFill>
                <a:srgbClr val="51515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C3DE6A53-EF62-AE41-A64A-04D6B0ABD18A}"/>
              </a:ext>
            </a:extLst>
          </p:cNvPr>
          <p:cNvGrpSpPr/>
          <p:nvPr/>
        </p:nvGrpSpPr>
        <p:grpSpPr>
          <a:xfrm>
            <a:off x="363895" y="2769112"/>
            <a:ext cx="916955" cy="2055125"/>
            <a:chOff x="429116" y="2752231"/>
            <a:chExt cx="916955" cy="2055125"/>
          </a:xfrm>
          <a:solidFill>
            <a:srgbClr val="8CB8B2"/>
          </a:solidFill>
        </p:grpSpPr>
        <p:sp>
          <p:nvSpPr>
            <p:cNvPr id="164" name="立方体 163">
              <a:extLst>
                <a:ext uri="{FF2B5EF4-FFF2-40B4-BE49-F238E27FC236}">
                  <a16:creationId xmlns:a16="http://schemas.microsoft.com/office/drawing/2014/main" id="{06FE4D11-0FB4-9DD5-3741-1840864414AD}"/>
                </a:ext>
              </a:extLst>
            </p:cNvPr>
            <p:cNvSpPr/>
            <p:nvPr/>
          </p:nvSpPr>
          <p:spPr>
            <a:xfrm>
              <a:off x="429116" y="2752231"/>
              <a:ext cx="916955" cy="2055125"/>
            </a:xfrm>
            <a:prstGeom prst="cube">
              <a:avLst>
                <a:gd name="adj" fmla="val 82576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glow rad="127000">
                <a:schemeClr val="bg1">
                  <a:lumMod val="95000"/>
                </a:schemeClr>
              </a:glow>
              <a:outerShdw blurRad="25400" dist="50800" dir="3600000" algn="ctr" rotWithShape="0">
                <a:schemeClr val="bg1">
                  <a:alpha val="43000"/>
                </a:schemeClr>
              </a:outerShdw>
            </a:effectLst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立方体 164">
              <a:extLst>
                <a:ext uri="{FF2B5EF4-FFF2-40B4-BE49-F238E27FC236}">
                  <a16:creationId xmlns:a16="http://schemas.microsoft.com/office/drawing/2014/main" id="{4F63F08D-1F3B-51A8-AA42-D9E8ABFA331B}"/>
                </a:ext>
              </a:extLst>
            </p:cNvPr>
            <p:cNvSpPr/>
            <p:nvPr/>
          </p:nvSpPr>
          <p:spPr>
            <a:xfrm>
              <a:off x="756071" y="3112163"/>
              <a:ext cx="549090" cy="1171536"/>
            </a:xfrm>
            <a:prstGeom prst="cube">
              <a:avLst>
                <a:gd name="adj" fmla="val 82576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7" name="立方体 166">
            <a:extLst>
              <a:ext uri="{FF2B5EF4-FFF2-40B4-BE49-F238E27FC236}">
                <a16:creationId xmlns:a16="http://schemas.microsoft.com/office/drawing/2014/main" id="{36F08D30-F8E8-1F54-785F-C08B9EC7F4A9}"/>
              </a:ext>
            </a:extLst>
          </p:cNvPr>
          <p:cNvSpPr/>
          <p:nvPr/>
        </p:nvSpPr>
        <p:spPr>
          <a:xfrm>
            <a:off x="1320253" y="3136276"/>
            <a:ext cx="628697" cy="1491601"/>
          </a:xfrm>
          <a:prstGeom prst="cube">
            <a:avLst>
              <a:gd name="adj" fmla="val 8240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0" lon="1200001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ABBB57FE-B14E-2E7A-ADE8-5C71D4799C87}"/>
              </a:ext>
            </a:extLst>
          </p:cNvPr>
          <p:cNvGrpSpPr/>
          <p:nvPr/>
        </p:nvGrpSpPr>
        <p:grpSpPr>
          <a:xfrm>
            <a:off x="2054231" y="3328495"/>
            <a:ext cx="443745" cy="1069697"/>
            <a:chOff x="2329070" y="3220767"/>
            <a:chExt cx="443745" cy="1069697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70" name="立方体 169">
              <a:extLst>
                <a:ext uri="{FF2B5EF4-FFF2-40B4-BE49-F238E27FC236}">
                  <a16:creationId xmlns:a16="http://schemas.microsoft.com/office/drawing/2014/main" id="{177B8DD7-5CAB-6412-C5AC-E00E6FA39250}"/>
                </a:ext>
              </a:extLst>
            </p:cNvPr>
            <p:cNvSpPr/>
            <p:nvPr/>
          </p:nvSpPr>
          <p:spPr>
            <a:xfrm>
              <a:off x="2329070" y="3220767"/>
              <a:ext cx="443745" cy="1069697"/>
            </a:xfrm>
            <a:prstGeom prst="cube">
              <a:avLst>
                <a:gd name="adj" fmla="val 82576"/>
              </a:avLst>
            </a:prstGeom>
            <a:grpFill/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" name="立方体 170">
              <a:extLst>
                <a:ext uri="{FF2B5EF4-FFF2-40B4-BE49-F238E27FC236}">
                  <a16:creationId xmlns:a16="http://schemas.microsoft.com/office/drawing/2014/main" id="{B4C36BC5-A4E0-5902-EB22-587E343E096E}"/>
                </a:ext>
              </a:extLst>
            </p:cNvPr>
            <p:cNvSpPr/>
            <p:nvPr/>
          </p:nvSpPr>
          <p:spPr>
            <a:xfrm>
              <a:off x="2537893" y="3462904"/>
              <a:ext cx="201769" cy="524981"/>
            </a:xfrm>
            <a:prstGeom prst="cube">
              <a:avLst>
                <a:gd name="adj" fmla="val 664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scene3d>
              <a:camera prst="orthographicFront">
                <a:rot lat="0" lon="1200001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2" name="图片 171">
            <a:extLst>
              <a:ext uri="{FF2B5EF4-FFF2-40B4-BE49-F238E27FC236}">
                <a16:creationId xmlns:a16="http://schemas.microsoft.com/office/drawing/2014/main" id="{27FD0104-92D5-1084-B2B9-44EF488B7CB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181" y="1889928"/>
            <a:ext cx="926142" cy="97543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5CC9FC5B-59CC-55F5-A076-C0D359C75D99}"/>
              </a:ext>
            </a:extLst>
          </p:cNvPr>
          <p:cNvCxnSpPr>
            <a:cxnSpLocks/>
          </p:cNvCxnSpPr>
          <p:nvPr/>
        </p:nvCxnSpPr>
        <p:spPr>
          <a:xfrm>
            <a:off x="1266200" y="3164843"/>
            <a:ext cx="1104476" cy="392075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2406B4EA-FF72-40FC-BF0F-8C09FC47860C}"/>
              </a:ext>
            </a:extLst>
          </p:cNvPr>
          <p:cNvCxnSpPr>
            <a:cxnSpLocks/>
          </p:cNvCxnSpPr>
          <p:nvPr/>
        </p:nvCxnSpPr>
        <p:spPr>
          <a:xfrm>
            <a:off x="1256998" y="3873182"/>
            <a:ext cx="73039" cy="6902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1FC8D3E5-FFD9-94BC-974E-207C6482A14D}"/>
              </a:ext>
            </a:extLst>
          </p:cNvPr>
          <p:cNvCxnSpPr>
            <a:cxnSpLocks/>
          </p:cNvCxnSpPr>
          <p:nvPr/>
        </p:nvCxnSpPr>
        <p:spPr>
          <a:xfrm>
            <a:off x="1936412" y="3935825"/>
            <a:ext cx="109456" cy="14243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图片 177">
            <a:extLst>
              <a:ext uri="{FF2B5EF4-FFF2-40B4-BE49-F238E27FC236}">
                <a16:creationId xmlns:a16="http://schemas.microsoft.com/office/drawing/2014/main" id="{5313B2EC-9581-5FD8-D2A3-C9466CE4F08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251" y="4552148"/>
            <a:ext cx="863466" cy="863466"/>
          </a:xfrm>
          <a:prstGeom prst="rect">
            <a:avLst/>
          </a:prstGeom>
        </p:spPr>
      </p:pic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F5C25E55-48AC-6D84-846C-60FE56AF08F7}"/>
              </a:ext>
            </a:extLst>
          </p:cNvPr>
          <p:cNvCxnSpPr>
            <a:cxnSpLocks/>
          </p:cNvCxnSpPr>
          <p:nvPr/>
        </p:nvCxnSpPr>
        <p:spPr>
          <a:xfrm>
            <a:off x="1537296" y="4997932"/>
            <a:ext cx="3637" cy="894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>
            <a:extLst>
              <a:ext uri="{FF2B5EF4-FFF2-40B4-BE49-F238E27FC236}">
                <a16:creationId xmlns:a16="http://schemas.microsoft.com/office/drawing/2014/main" id="{0CBEA175-7009-03B3-15D9-117CD7058AA4}"/>
              </a:ext>
            </a:extLst>
          </p:cNvPr>
          <p:cNvSpPr/>
          <p:nvPr/>
        </p:nvSpPr>
        <p:spPr>
          <a:xfrm>
            <a:off x="3680144" y="4333544"/>
            <a:ext cx="914400" cy="943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8A4DE41B-D61D-350A-76DE-7E56EFD2750C}"/>
              </a:ext>
            </a:extLst>
          </p:cNvPr>
          <p:cNvCxnSpPr>
            <a:cxnSpLocks/>
          </p:cNvCxnSpPr>
          <p:nvPr/>
        </p:nvCxnSpPr>
        <p:spPr>
          <a:xfrm>
            <a:off x="3674078" y="4638302"/>
            <a:ext cx="9331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5EB7DA5B-2AA2-3BA7-BC0C-E7BDDAD5954D}"/>
              </a:ext>
            </a:extLst>
          </p:cNvPr>
          <p:cNvCxnSpPr/>
          <p:nvPr/>
        </p:nvCxnSpPr>
        <p:spPr>
          <a:xfrm>
            <a:off x="3710132" y="4627877"/>
            <a:ext cx="0" cy="582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图片 182">
            <a:extLst>
              <a:ext uri="{FF2B5EF4-FFF2-40B4-BE49-F238E27FC236}">
                <a16:creationId xmlns:a16="http://schemas.microsoft.com/office/drawing/2014/main" id="{5FE79874-A692-CCD6-E9F4-AE70D4400E1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26" y="5053037"/>
            <a:ext cx="304215" cy="304215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F7F544F2-8527-9E77-6298-6B641DF054D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35" y="4339963"/>
            <a:ext cx="401543" cy="401543"/>
          </a:xfrm>
          <a:prstGeom prst="rect">
            <a:avLst/>
          </a:prstGeom>
        </p:spPr>
      </p:pic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FB433BCA-C229-240B-D1D1-29377BE40812}"/>
              </a:ext>
            </a:extLst>
          </p:cNvPr>
          <p:cNvGrpSpPr/>
          <p:nvPr/>
        </p:nvGrpSpPr>
        <p:grpSpPr>
          <a:xfrm>
            <a:off x="4361901" y="5412515"/>
            <a:ext cx="812188" cy="644745"/>
            <a:chOff x="4361901" y="5412515"/>
            <a:chExt cx="812188" cy="644745"/>
          </a:xfrm>
        </p:grpSpPr>
        <p:pic>
          <p:nvPicPr>
            <p:cNvPr id="186" name="图片 185">
              <a:extLst>
                <a:ext uri="{FF2B5EF4-FFF2-40B4-BE49-F238E27FC236}">
                  <a16:creationId xmlns:a16="http://schemas.microsoft.com/office/drawing/2014/main" id="{1FF308F6-D88C-99B9-69A1-9A2BE28372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917" t="54888" r="8773" b="9070"/>
            <a:stretch/>
          </p:blipFill>
          <p:spPr>
            <a:xfrm>
              <a:off x="5006646" y="5842911"/>
              <a:ext cx="167443" cy="175899"/>
            </a:xfrm>
            <a:prstGeom prst="rect">
              <a:avLst/>
            </a:prstGeom>
          </p:spPr>
        </p:pic>
        <p:pic>
          <p:nvPicPr>
            <p:cNvPr id="187" name="图片 186">
              <a:extLst>
                <a:ext uri="{FF2B5EF4-FFF2-40B4-BE49-F238E27FC236}">
                  <a16:creationId xmlns:a16="http://schemas.microsoft.com/office/drawing/2014/main" id="{A8B8D3DE-016C-3CFE-90B1-791639667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1901" y="5412515"/>
              <a:ext cx="644745" cy="644745"/>
            </a:xfrm>
            <a:prstGeom prst="rect">
              <a:avLst/>
            </a:prstGeom>
          </p:spPr>
        </p:pic>
      </p:grp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43892313-50F8-00B1-5B84-DD96BD72FEF9}"/>
              </a:ext>
            </a:extLst>
          </p:cNvPr>
          <p:cNvCxnSpPr>
            <a:cxnSpLocks/>
          </p:cNvCxnSpPr>
          <p:nvPr/>
        </p:nvCxnSpPr>
        <p:spPr>
          <a:xfrm>
            <a:off x="883453" y="3592531"/>
            <a:ext cx="1376585" cy="103207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0AA4BA7E-FE79-8655-C9EF-151BB7C7CC1F}"/>
              </a:ext>
            </a:extLst>
          </p:cNvPr>
          <p:cNvCxnSpPr>
            <a:cxnSpLocks/>
          </p:cNvCxnSpPr>
          <p:nvPr/>
        </p:nvCxnSpPr>
        <p:spPr>
          <a:xfrm flipV="1">
            <a:off x="822373" y="4088888"/>
            <a:ext cx="1429847" cy="198177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16;p19">
            <a:extLst>
              <a:ext uri="{FF2B5EF4-FFF2-40B4-BE49-F238E27FC236}">
                <a16:creationId xmlns:a16="http://schemas.microsoft.com/office/drawing/2014/main" id="{BB6CF291-5895-62DA-DAF2-FDC2D99AB260}"/>
              </a:ext>
            </a:extLst>
          </p:cNvPr>
          <p:cNvSpPr/>
          <p:nvPr/>
        </p:nvSpPr>
        <p:spPr>
          <a:xfrm>
            <a:off x="5856107" y="400674"/>
            <a:ext cx="206145" cy="659197"/>
          </a:xfrm>
          <a:prstGeom prst="cube">
            <a:avLst>
              <a:gd name="adj" fmla="val 68741"/>
            </a:avLst>
          </a:prstGeom>
          <a:solidFill>
            <a:srgbClr val="E2F0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303;p19">
            <a:extLst>
              <a:ext uri="{FF2B5EF4-FFF2-40B4-BE49-F238E27FC236}">
                <a16:creationId xmlns:a16="http://schemas.microsoft.com/office/drawing/2014/main" id="{62500E32-FBA6-BEA6-DDB6-0BA24FA43C9E}"/>
              </a:ext>
            </a:extLst>
          </p:cNvPr>
          <p:cNvSpPr/>
          <p:nvPr/>
        </p:nvSpPr>
        <p:spPr>
          <a:xfrm>
            <a:off x="6004452" y="489011"/>
            <a:ext cx="206145" cy="480531"/>
          </a:xfrm>
          <a:prstGeom prst="cube">
            <a:avLst>
              <a:gd name="adj" fmla="val 25000"/>
            </a:avLst>
          </a:prstGeom>
          <a:solidFill>
            <a:srgbClr val="E2F0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16;p19">
            <a:extLst>
              <a:ext uri="{FF2B5EF4-FFF2-40B4-BE49-F238E27FC236}">
                <a16:creationId xmlns:a16="http://schemas.microsoft.com/office/drawing/2014/main" id="{F159985A-2C2B-81DA-E681-8DCE4BFA578F}"/>
              </a:ext>
            </a:extLst>
          </p:cNvPr>
          <p:cNvSpPr/>
          <p:nvPr/>
        </p:nvSpPr>
        <p:spPr>
          <a:xfrm>
            <a:off x="6104653" y="400673"/>
            <a:ext cx="206145" cy="659197"/>
          </a:xfrm>
          <a:prstGeom prst="cube">
            <a:avLst>
              <a:gd name="adj" fmla="val 68741"/>
            </a:avLst>
          </a:prstGeom>
          <a:solidFill>
            <a:srgbClr val="E2F0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立方体 187">
            <a:extLst>
              <a:ext uri="{FF2B5EF4-FFF2-40B4-BE49-F238E27FC236}">
                <a16:creationId xmlns:a16="http://schemas.microsoft.com/office/drawing/2014/main" id="{A2BA1ED9-BADA-5D13-C79B-7C377759CB61}"/>
              </a:ext>
            </a:extLst>
          </p:cNvPr>
          <p:cNvSpPr/>
          <p:nvPr/>
        </p:nvSpPr>
        <p:spPr>
          <a:xfrm>
            <a:off x="1604592" y="3488154"/>
            <a:ext cx="261878" cy="768065"/>
          </a:xfrm>
          <a:prstGeom prst="cube">
            <a:avLst>
              <a:gd name="adj" fmla="val 82576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  <a:scene3d>
            <a:camera prst="orthographicFront">
              <a:rot lat="0" lon="1200001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7063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 嘉</dc:creator>
  <cp:lastModifiedBy>海 人</cp:lastModifiedBy>
  <cp:revision>21</cp:revision>
  <dcterms:created xsi:type="dcterms:W3CDTF">2024-11-13T10:41:39Z</dcterms:created>
  <dcterms:modified xsi:type="dcterms:W3CDTF">2025-12-30T04:35:04Z</dcterms:modified>
</cp:coreProperties>
</file>